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0"/>
  </p:notesMasterIdLst>
  <p:sldIdLst>
    <p:sldId id="256" r:id="rId2"/>
    <p:sldId id="266" r:id="rId3"/>
    <p:sldId id="258" r:id="rId4"/>
    <p:sldId id="260" r:id="rId5"/>
    <p:sldId id="262" r:id="rId6"/>
    <p:sldId id="267" r:id="rId7"/>
    <p:sldId id="268" r:id="rId8"/>
    <p:sldId id="263" r:id="rId9"/>
  </p:sldIdLst>
  <p:sldSz cx="9144000" cy="5143500" type="screen16x9"/>
  <p:notesSz cx="6858000" cy="9144000"/>
  <p:embeddedFontLst>
    <p:embeddedFont>
      <p:font typeface="Blinker" panose="020B0604020202020204" charset="0"/>
      <p:regular r:id="rId11"/>
      <p:bold r:id="rId12"/>
    </p:embeddedFont>
    <p:embeddedFont>
      <p:font typeface="Inconsolata Medium" pitchFamily="1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4B0444-933B-4D2E-A7DD-092816E48A4F}">
  <a:tblStyle styleId="{0A4B0444-933B-4D2E-A7DD-092816E48A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22" autoAdjust="0"/>
    <p:restoredTop sz="94660"/>
  </p:normalViewPr>
  <p:slideViewPr>
    <p:cSldViewPr snapToGrid="0">
      <p:cViewPr>
        <p:scale>
          <a:sx n="75" d="100"/>
          <a:sy n="75" d="100"/>
        </p:scale>
        <p:origin x="1311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2bca3ed78f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2bca3ed78f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7b435033b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7b435033b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7b435033b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7b435033b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2bca3ed78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2bca3ed78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>
          <a:extLst>
            <a:ext uri="{FF2B5EF4-FFF2-40B4-BE49-F238E27FC236}">
              <a16:creationId xmlns:a16="http://schemas.microsoft.com/office/drawing/2014/main" id="{F616235E-5437-7BC3-38D5-FC46D6F45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7b435033b9_0_15:notes">
            <a:extLst>
              <a:ext uri="{FF2B5EF4-FFF2-40B4-BE49-F238E27FC236}">
                <a16:creationId xmlns:a16="http://schemas.microsoft.com/office/drawing/2014/main" id="{50770D62-B04E-5230-F97A-54183F7E1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7b435033b9_0_15:notes">
            <a:extLst>
              <a:ext uri="{FF2B5EF4-FFF2-40B4-BE49-F238E27FC236}">
                <a16:creationId xmlns:a16="http://schemas.microsoft.com/office/drawing/2014/main" id="{5283E58B-1529-F65E-2AFD-E2A47FF16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1598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>
          <a:extLst>
            <a:ext uri="{FF2B5EF4-FFF2-40B4-BE49-F238E27FC236}">
              <a16:creationId xmlns:a16="http://schemas.microsoft.com/office/drawing/2014/main" id="{D6F4522B-A0F2-A403-C606-1392FCC6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7b435033b9_0_15:notes">
            <a:extLst>
              <a:ext uri="{FF2B5EF4-FFF2-40B4-BE49-F238E27FC236}">
                <a16:creationId xmlns:a16="http://schemas.microsoft.com/office/drawing/2014/main" id="{70589B40-D65D-2D5E-A084-FDB6B9A62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7b435033b9_0_15:notes">
            <a:extLst>
              <a:ext uri="{FF2B5EF4-FFF2-40B4-BE49-F238E27FC236}">
                <a16:creationId xmlns:a16="http://schemas.microsoft.com/office/drawing/2014/main" id="{443C1CB9-A790-53CD-B924-13F2156A7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3924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2bca3ed78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12bca3ed78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10" name="Google Shape;10;p2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13" name="Google Shape;13;p2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1475850" y="1432063"/>
            <a:ext cx="6192300" cy="21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1475850" y="3640838"/>
            <a:ext cx="61923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2"/>
          </p:nvPr>
        </p:nvSpPr>
        <p:spPr>
          <a:xfrm>
            <a:off x="728400" y="631900"/>
            <a:ext cx="41622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3"/>
          </p:nvPr>
        </p:nvSpPr>
        <p:spPr>
          <a:xfrm rot="5400000">
            <a:off x="7122750" y="3302200"/>
            <a:ext cx="22707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27" name="Google Shape;27;p2"/>
          <p:cNvCxnSpPr/>
          <p:nvPr/>
        </p:nvCxnSpPr>
        <p:spPr>
          <a:xfrm rot="10800000">
            <a:off x="-10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2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 rot="10800000">
            <a:off x="-1339051" y="-218107"/>
            <a:ext cx="12612232" cy="7338805"/>
            <a:chOff x="-2138111" y="-1907432"/>
            <a:chExt cx="12612232" cy="7338805"/>
          </a:xfrm>
        </p:grpSpPr>
        <p:sp>
          <p:nvSpPr>
            <p:cNvPr id="116" name="Google Shape;116;p7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" name="Google Shape;118;p7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119" name="Google Shape;119;p7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" name="Google Shape;129;p7"/>
          <p:cNvSpPr txBox="1">
            <a:spLocks noGrp="1"/>
          </p:cNvSpPr>
          <p:nvPr>
            <p:ph type="body" idx="1"/>
          </p:nvPr>
        </p:nvSpPr>
        <p:spPr>
          <a:xfrm>
            <a:off x="2957575" y="1723775"/>
            <a:ext cx="5324400" cy="23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130" name="Google Shape;130;p7"/>
          <p:cNvCxnSpPr/>
          <p:nvPr/>
        </p:nvCxnSpPr>
        <p:spPr>
          <a:xfrm>
            <a:off x="8404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7"/>
          <p:cNvCxnSpPr/>
          <p:nvPr/>
        </p:nvCxnSpPr>
        <p:spPr>
          <a:xfrm>
            <a:off x="1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7"/>
          <p:cNvCxnSpPr/>
          <p:nvPr/>
        </p:nvCxnSpPr>
        <p:spPr>
          <a:xfrm>
            <a:off x="2872025" y="4855175"/>
            <a:ext cx="5540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subTitle" idx="1"/>
          </p:nvPr>
        </p:nvSpPr>
        <p:spPr>
          <a:xfrm>
            <a:off x="1758900" y="1526700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2"/>
          </p:nvPr>
        </p:nvSpPr>
        <p:spPr>
          <a:xfrm>
            <a:off x="1758900" y="1946356"/>
            <a:ext cx="27285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503775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3"/>
          </p:nvPr>
        </p:nvSpPr>
        <p:spPr>
          <a:xfrm>
            <a:off x="5695500" y="1526700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4"/>
          </p:nvPr>
        </p:nvSpPr>
        <p:spPr>
          <a:xfrm>
            <a:off x="5695500" y="1946356"/>
            <a:ext cx="27285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56600" y="1503775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000"/>
              <a:buNone/>
              <a:defRPr sz="5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10" name="Google Shape;210;p13"/>
          <p:cNvSpPr txBox="1">
            <a:spLocks noGrp="1"/>
          </p:cNvSpPr>
          <p:nvPr>
            <p:ph type="subTitle" idx="6"/>
          </p:nvPr>
        </p:nvSpPr>
        <p:spPr>
          <a:xfrm>
            <a:off x="1758900" y="3039825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7"/>
          </p:nvPr>
        </p:nvSpPr>
        <p:spPr>
          <a:xfrm>
            <a:off x="1758900" y="3459481"/>
            <a:ext cx="27285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301690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9"/>
          </p:nvPr>
        </p:nvSpPr>
        <p:spPr>
          <a:xfrm>
            <a:off x="5695500" y="3039825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13"/>
          </p:nvPr>
        </p:nvSpPr>
        <p:spPr>
          <a:xfrm>
            <a:off x="5695500" y="3459481"/>
            <a:ext cx="27285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title" idx="14" hasCustomPrompt="1"/>
          </p:nvPr>
        </p:nvSpPr>
        <p:spPr>
          <a:xfrm>
            <a:off x="4656600" y="301690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000"/>
              <a:buNone/>
              <a:defRPr sz="5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 idx="15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13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218" name="Google Shape;218;p13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" name="Google Shape;220;p13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221" name="Google Shape;221;p13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3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3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3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3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31" name="Google Shape;231;p13"/>
          <p:cNvCxnSpPr/>
          <p:nvPr/>
        </p:nvCxnSpPr>
        <p:spPr>
          <a:xfrm>
            <a:off x="8404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13"/>
          <p:cNvCxnSpPr/>
          <p:nvPr/>
        </p:nvCxnSpPr>
        <p:spPr>
          <a:xfrm>
            <a:off x="1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13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TWO_COLUMNS_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>
            <a:spLocks noGrp="1"/>
          </p:cNvSpPr>
          <p:nvPr>
            <p:ph type="subTitle" idx="1"/>
          </p:nvPr>
        </p:nvSpPr>
        <p:spPr>
          <a:xfrm>
            <a:off x="1789338" y="3558476"/>
            <a:ext cx="55653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236" name="Google Shape;236;p14"/>
          <p:cNvSpPr txBox="1">
            <a:spLocks noGrp="1"/>
          </p:cNvSpPr>
          <p:nvPr>
            <p:ph type="subTitle" idx="2"/>
          </p:nvPr>
        </p:nvSpPr>
        <p:spPr>
          <a:xfrm>
            <a:off x="1789350" y="1389124"/>
            <a:ext cx="5565300" cy="20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37" name="Google Shape;237;p14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238" name="Google Shape;238;p14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" name="Google Shape;240;p14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241" name="Google Shape;241;p14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4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4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4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1" name="Google Shape;251;p14"/>
          <p:cNvSpPr txBox="1">
            <a:spLocks noGrp="1"/>
          </p:cNvSpPr>
          <p:nvPr>
            <p:ph type="subTitle" idx="3"/>
          </p:nvPr>
        </p:nvSpPr>
        <p:spPr>
          <a:xfrm>
            <a:off x="728400" y="631900"/>
            <a:ext cx="41622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4"/>
          <p:cNvSpPr txBox="1">
            <a:spLocks noGrp="1"/>
          </p:cNvSpPr>
          <p:nvPr>
            <p:ph type="subTitle" idx="4"/>
          </p:nvPr>
        </p:nvSpPr>
        <p:spPr>
          <a:xfrm rot="5400000">
            <a:off x="7122750" y="3302200"/>
            <a:ext cx="2270700" cy="3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253" name="Google Shape;253;p14"/>
          <p:cNvCxnSpPr/>
          <p:nvPr/>
        </p:nvCxnSpPr>
        <p:spPr>
          <a:xfrm rot="10800000">
            <a:off x="-10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14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AND_TWO_COLUMNS_3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19" name="Google Shape;319;p18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320" name="Google Shape;320;p18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2" name="Google Shape;322;p18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323" name="Google Shape;323;p18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8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8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8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8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8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8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8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33" name="Google Shape;333;p18"/>
          <p:cNvCxnSpPr/>
          <p:nvPr/>
        </p:nvCxnSpPr>
        <p:spPr>
          <a:xfrm>
            <a:off x="8404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18"/>
          <p:cNvCxnSpPr/>
          <p:nvPr/>
        </p:nvCxnSpPr>
        <p:spPr>
          <a:xfrm>
            <a:off x="1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18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9"/>
          <p:cNvSpPr txBox="1">
            <a:spLocks noGrp="1"/>
          </p:cNvSpPr>
          <p:nvPr>
            <p:ph type="subTitle" idx="1"/>
          </p:nvPr>
        </p:nvSpPr>
        <p:spPr>
          <a:xfrm>
            <a:off x="720000" y="2563700"/>
            <a:ext cx="242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39" name="Google Shape;339;p19"/>
          <p:cNvSpPr txBox="1">
            <a:spLocks noGrp="1"/>
          </p:cNvSpPr>
          <p:nvPr>
            <p:ph type="subTitle" idx="2"/>
          </p:nvPr>
        </p:nvSpPr>
        <p:spPr>
          <a:xfrm>
            <a:off x="3358646" y="2563700"/>
            <a:ext cx="242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40" name="Google Shape;340;p19"/>
          <p:cNvSpPr txBox="1">
            <a:spLocks noGrp="1"/>
          </p:cNvSpPr>
          <p:nvPr>
            <p:ph type="subTitle" idx="3"/>
          </p:nvPr>
        </p:nvSpPr>
        <p:spPr>
          <a:xfrm>
            <a:off x="720000" y="3064400"/>
            <a:ext cx="2426700" cy="12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19"/>
          <p:cNvSpPr txBox="1">
            <a:spLocks noGrp="1"/>
          </p:cNvSpPr>
          <p:nvPr>
            <p:ph type="subTitle" idx="4"/>
          </p:nvPr>
        </p:nvSpPr>
        <p:spPr>
          <a:xfrm>
            <a:off x="3358647" y="3064400"/>
            <a:ext cx="2426700" cy="12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19"/>
          <p:cNvSpPr txBox="1">
            <a:spLocks noGrp="1"/>
          </p:cNvSpPr>
          <p:nvPr>
            <p:ph type="subTitle" idx="5"/>
          </p:nvPr>
        </p:nvSpPr>
        <p:spPr>
          <a:xfrm>
            <a:off x="5997296" y="2563700"/>
            <a:ext cx="242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43" name="Google Shape;343;p19"/>
          <p:cNvSpPr txBox="1">
            <a:spLocks noGrp="1"/>
          </p:cNvSpPr>
          <p:nvPr>
            <p:ph type="subTitle" idx="6"/>
          </p:nvPr>
        </p:nvSpPr>
        <p:spPr>
          <a:xfrm>
            <a:off x="5997299" y="3064400"/>
            <a:ext cx="2426700" cy="12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44" name="Google Shape;344;p19"/>
          <p:cNvGrpSpPr/>
          <p:nvPr/>
        </p:nvGrpSpPr>
        <p:grpSpPr>
          <a:xfrm rot="10800000">
            <a:off x="-1339051" y="-218107"/>
            <a:ext cx="12612232" cy="7338805"/>
            <a:chOff x="-2138111" y="-1907432"/>
            <a:chExt cx="12612232" cy="7338805"/>
          </a:xfrm>
        </p:grpSpPr>
        <p:sp>
          <p:nvSpPr>
            <p:cNvPr id="345" name="Google Shape;345;p19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9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19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348" name="Google Shape;348;p19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58" name="Google Shape;358;p19"/>
          <p:cNvCxnSpPr/>
          <p:nvPr/>
        </p:nvCxnSpPr>
        <p:spPr>
          <a:xfrm>
            <a:off x="8404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19"/>
          <p:cNvCxnSpPr/>
          <p:nvPr/>
        </p:nvCxnSpPr>
        <p:spPr>
          <a:xfrm>
            <a:off x="1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19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536838" y="1742250"/>
            <a:ext cx="254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subTitle" idx="2"/>
          </p:nvPr>
        </p:nvSpPr>
        <p:spPr>
          <a:xfrm>
            <a:off x="1536838" y="2090550"/>
            <a:ext cx="25467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subTitle" idx="3"/>
          </p:nvPr>
        </p:nvSpPr>
        <p:spPr>
          <a:xfrm>
            <a:off x="5060462" y="1742250"/>
            <a:ext cx="254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65" name="Google Shape;365;p20"/>
          <p:cNvSpPr txBox="1">
            <a:spLocks noGrp="1"/>
          </p:cNvSpPr>
          <p:nvPr>
            <p:ph type="subTitle" idx="4"/>
          </p:nvPr>
        </p:nvSpPr>
        <p:spPr>
          <a:xfrm>
            <a:off x="5060462" y="2090550"/>
            <a:ext cx="25467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6" name="Google Shape;366;p20"/>
          <p:cNvSpPr txBox="1">
            <a:spLocks noGrp="1"/>
          </p:cNvSpPr>
          <p:nvPr>
            <p:ph type="subTitle" idx="5"/>
          </p:nvPr>
        </p:nvSpPr>
        <p:spPr>
          <a:xfrm>
            <a:off x="1536838" y="3520588"/>
            <a:ext cx="254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67" name="Google Shape;367;p20"/>
          <p:cNvSpPr txBox="1">
            <a:spLocks noGrp="1"/>
          </p:cNvSpPr>
          <p:nvPr>
            <p:ph type="subTitle" idx="6"/>
          </p:nvPr>
        </p:nvSpPr>
        <p:spPr>
          <a:xfrm>
            <a:off x="1536838" y="3868888"/>
            <a:ext cx="25467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20"/>
          <p:cNvSpPr txBox="1">
            <a:spLocks noGrp="1"/>
          </p:cNvSpPr>
          <p:nvPr>
            <p:ph type="subTitle" idx="7"/>
          </p:nvPr>
        </p:nvSpPr>
        <p:spPr>
          <a:xfrm>
            <a:off x="5060462" y="3520588"/>
            <a:ext cx="25467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Blinker"/>
              <a:buNone/>
              <a:defRPr sz="2200" b="1"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369" name="Google Shape;369;p20"/>
          <p:cNvSpPr txBox="1">
            <a:spLocks noGrp="1"/>
          </p:cNvSpPr>
          <p:nvPr>
            <p:ph type="subTitle" idx="8"/>
          </p:nvPr>
        </p:nvSpPr>
        <p:spPr>
          <a:xfrm>
            <a:off x="5060462" y="3868888"/>
            <a:ext cx="25467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20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71" name="Google Shape;371;p20"/>
          <p:cNvGrpSpPr/>
          <p:nvPr/>
        </p:nvGrpSpPr>
        <p:grpSpPr>
          <a:xfrm rot="10800000" flipH="1">
            <a:off x="-2138111" y="-302236"/>
            <a:ext cx="12612232" cy="7338805"/>
            <a:chOff x="-2138111" y="-1907432"/>
            <a:chExt cx="12612232" cy="7338805"/>
          </a:xfrm>
        </p:grpSpPr>
        <p:sp>
          <p:nvSpPr>
            <p:cNvPr id="372" name="Google Shape;372;p20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" name="Google Shape;374;p20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375" name="Google Shape;375;p20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85" name="Google Shape;385;p20"/>
          <p:cNvCxnSpPr/>
          <p:nvPr/>
        </p:nvCxnSpPr>
        <p:spPr>
          <a:xfrm>
            <a:off x="8404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20"/>
          <p:cNvCxnSpPr/>
          <p:nvPr/>
        </p:nvCxnSpPr>
        <p:spPr>
          <a:xfrm>
            <a:off x="1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7" name="Google Shape;387;p20"/>
          <p:cNvCxnSpPr/>
          <p:nvPr/>
        </p:nvCxnSpPr>
        <p:spPr>
          <a:xfrm>
            <a:off x="716800" y="4855175"/>
            <a:ext cx="7695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1_1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5"/>
          <p:cNvGrpSpPr/>
          <p:nvPr/>
        </p:nvGrpSpPr>
        <p:grpSpPr>
          <a:xfrm>
            <a:off x="-2138111" y="-1907432"/>
            <a:ext cx="12612232" cy="7338805"/>
            <a:chOff x="-2138111" y="-1907432"/>
            <a:chExt cx="12612232" cy="7338805"/>
          </a:xfrm>
        </p:grpSpPr>
        <p:sp>
          <p:nvSpPr>
            <p:cNvPr id="504" name="Google Shape;504;p25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5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6" name="Google Shape;506;p25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507" name="Google Shape;507;p25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5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5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5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5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5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5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6"/>
          <p:cNvGrpSpPr/>
          <p:nvPr/>
        </p:nvGrpSpPr>
        <p:grpSpPr>
          <a:xfrm rot="10800000">
            <a:off x="-1339051" y="-218107"/>
            <a:ext cx="12612232" cy="7338805"/>
            <a:chOff x="-2138111" y="-1907432"/>
            <a:chExt cx="12612232" cy="7338805"/>
          </a:xfrm>
        </p:grpSpPr>
        <p:sp>
          <p:nvSpPr>
            <p:cNvPr id="519" name="Google Shape;519;p26"/>
            <p:cNvSpPr/>
            <p:nvPr/>
          </p:nvSpPr>
          <p:spPr>
            <a:xfrm rot="-10210910">
              <a:off x="5334753" y="-288655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 rot="-10210910">
              <a:off x="5416403" y="-315880"/>
              <a:ext cx="3261178" cy="1154360"/>
            </a:xfrm>
            <a:custGeom>
              <a:avLst/>
              <a:gdLst/>
              <a:ahLst/>
              <a:cxnLst/>
              <a:rect l="l" t="t" r="r" b="b"/>
              <a:pathLst>
                <a:path w="71732" h="25391" extrusionOk="0">
                  <a:moveTo>
                    <a:pt x="56488" y="1"/>
                  </a:moveTo>
                  <a:cubicBezTo>
                    <a:pt x="55279" y="1"/>
                    <a:pt x="54071" y="138"/>
                    <a:pt x="52895" y="412"/>
                  </a:cubicBezTo>
                  <a:cubicBezTo>
                    <a:pt x="49787" y="1143"/>
                    <a:pt x="47158" y="2890"/>
                    <a:pt x="44873" y="5073"/>
                  </a:cubicBezTo>
                  <a:cubicBezTo>
                    <a:pt x="40293" y="9420"/>
                    <a:pt x="36272" y="15847"/>
                    <a:pt x="29367" y="16416"/>
                  </a:cubicBezTo>
                  <a:cubicBezTo>
                    <a:pt x="29019" y="16444"/>
                    <a:pt x="28673" y="16457"/>
                    <a:pt x="28327" y="16457"/>
                  </a:cubicBezTo>
                  <a:cubicBezTo>
                    <a:pt x="25059" y="16457"/>
                    <a:pt x="21885" y="15265"/>
                    <a:pt x="18836" y="14182"/>
                  </a:cubicBezTo>
                  <a:cubicBezTo>
                    <a:pt x="15978" y="13173"/>
                    <a:pt x="13052" y="12242"/>
                    <a:pt x="9988" y="12242"/>
                  </a:cubicBezTo>
                  <a:cubicBezTo>
                    <a:pt x="9939" y="12242"/>
                    <a:pt x="9889" y="12242"/>
                    <a:pt x="9839" y="12243"/>
                  </a:cubicBezTo>
                  <a:cubicBezTo>
                    <a:pt x="7037" y="12283"/>
                    <a:pt x="4275" y="13238"/>
                    <a:pt x="2478" y="15472"/>
                  </a:cubicBezTo>
                  <a:cubicBezTo>
                    <a:pt x="741" y="17645"/>
                    <a:pt x="152" y="20498"/>
                    <a:pt x="50" y="23219"/>
                  </a:cubicBezTo>
                  <a:cubicBezTo>
                    <a:pt x="30" y="23930"/>
                    <a:pt x="41" y="24641"/>
                    <a:pt x="71" y="25352"/>
                  </a:cubicBezTo>
                  <a:cubicBezTo>
                    <a:pt x="76" y="25377"/>
                    <a:pt x="94" y="25390"/>
                    <a:pt x="110" y="25390"/>
                  </a:cubicBezTo>
                  <a:cubicBezTo>
                    <a:pt x="127" y="25390"/>
                    <a:pt x="142" y="25377"/>
                    <a:pt x="142" y="25352"/>
                  </a:cubicBezTo>
                  <a:cubicBezTo>
                    <a:pt x="0" y="22529"/>
                    <a:pt x="244" y="19523"/>
                    <a:pt x="1584" y="16975"/>
                  </a:cubicBezTo>
                  <a:cubicBezTo>
                    <a:pt x="2264" y="15685"/>
                    <a:pt x="3229" y="14568"/>
                    <a:pt x="4458" y="13775"/>
                  </a:cubicBezTo>
                  <a:cubicBezTo>
                    <a:pt x="5676" y="12994"/>
                    <a:pt x="7068" y="12557"/>
                    <a:pt x="8489" y="12394"/>
                  </a:cubicBezTo>
                  <a:cubicBezTo>
                    <a:pt x="9022" y="12333"/>
                    <a:pt x="9548" y="12305"/>
                    <a:pt x="10070" y="12305"/>
                  </a:cubicBezTo>
                  <a:cubicBezTo>
                    <a:pt x="16002" y="12305"/>
                    <a:pt x="21274" y="15981"/>
                    <a:pt x="27163" y="16467"/>
                  </a:cubicBezTo>
                  <a:cubicBezTo>
                    <a:pt x="27555" y="16501"/>
                    <a:pt x="27948" y="16519"/>
                    <a:pt x="28340" y="16519"/>
                  </a:cubicBezTo>
                  <a:cubicBezTo>
                    <a:pt x="29566" y="16519"/>
                    <a:pt x="30787" y="16346"/>
                    <a:pt x="31956" y="15969"/>
                  </a:cubicBezTo>
                  <a:cubicBezTo>
                    <a:pt x="33368" y="15512"/>
                    <a:pt x="34677" y="14801"/>
                    <a:pt x="35886" y="13949"/>
                  </a:cubicBezTo>
                  <a:cubicBezTo>
                    <a:pt x="38414" y="12151"/>
                    <a:pt x="40456" y="9815"/>
                    <a:pt x="42548" y="7551"/>
                  </a:cubicBezTo>
                  <a:cubicBezTo>
                    <a:pt x="44710" y="5216"/>
                    <a:pt x="47025" y="2890"/>
                    <a:pt x="49950" y="1509"/>
                  </a:cubicBezTo>
                  <a:cubicBezTo>
                    <a:pt x="51984" y="549"/>
                    <a:pt x="54235" y="70"/>
                    <a:pt x="56482" y="70"/>
                  </a:cubicBezTo>
                  <a:cubicBezTo>
                    <a:pt x="57421" y="70"/>
                    <a:pt x="58360" y="153"/>
                    <a:pt x="59282" y="321"/>
                  </a:cubicBezTo>
                  <a:cubicBezTo>
                    <a:pt x="65182" y="1387"/>
                    <a:pt x="69945" y="6038"/>
                    <a:pt x="71315" y="11857"/>
                  </a:cubicBezTo>
                  <a:cubicBezTo>
                    <a:pt x="71488" y="12567"/>
                    <a:pt x="71599" y="13288"/>
                    <a:pt x="71660" y="14009"/>
                  </a:cubicBezTo>
                  <a:cubicBezTo>
                    <a:pt x="71666" y="14035"/>
                    <a:pt x="71684" y="14047"/>
                    <a:pt x="71700" y="14047"/>
                  </a:cubicBezTo>
                  <a:cubicBezTo>
                    <a:pt x="71717" y="14047"/>
                    <a:pt x="71732" y="14035"/>
                    <a:pt x="71732" y="14009"/>
                  </a:cubicBezTo>
                  <a:cubicBezTo>
                    <a:pt x="71244" y="8292"/>
                    <a:pt x="67386" y="3042"/>
                    <a:pt x="62004" y="1001"/>
                  </a:cubicBezTo>
                  <a:cubicBezTo>
                    <a:pt x="60248" y="333"/>
                    <a:pt x="58368" y="1"/>
                    <a:pt x="56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1" name="Google Shape;521;p26"/>
            <p:cNvGrpSpPr/>
            <p:nvPr/>
          </p:nvGrpSpPr>
          <p:grpSpPr>
            <a:xfrm>
              <a:off x="-2138111" y="-1907432"/>
              <a:ext cx="12612232" cy="7338805"/>
              <a:chOff x="-2138111" y="-1907432"/>
              <a:chExt cx="12612232" cy="7338805"/>
            </a:xfrm>
          </p:grpSpPr>
          <p:sp>
            <p:nvSpPr>
              <p:cNvPr id="522" name="Google Shape;522;p26"/>
              <p:cNvSpPr/>
              <p:nvPr/>
            </p:nvSpPr>
            <p:spPr>
              <a:xfrm rot="9272496">
                <a:off x="86615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 rot="-2190436">
                <a:off x="6767466" y="23099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 rot="-3790971">
                <a:off x="2411629" y="580018"/>
                <a:ext cx="3827959" cy="4070931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 rot="602346">
                <a:off x="-1813998" y="6426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 rot="-565460" flipH="1">
                <a:off x="39287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6"/>
              <p:cNvSpPr/>
              <p:nvPr/>
            </p:nvSpPr>
            <p:spPr>
              <a:xfrm rot="602346">
                <a:off x="-1748673" y="566490"/>
                <a:ext cx="6301923" cy="4272111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6"/>
              <p:cNvSpPr/>
              <p:nvPr/>
            </p:nvSpPr>
            <p:spPr>
              <a:xfrm rot="-3790987">
                <a:off x="2549219" y="722852"/>
                <a:ext cx="3661649" cy="3894065"/>
              </a:xfrm>
              <a:custGeom>
                <a:avLst/>
                <a:gdLst/>
                <a:ahLst/>
                <a:cxnLst/>
                <a:rect l="l" t="t" r="r" b="b"/>
                <a:pathLst>
                  <a:path w="37197" h="39558" extrusionOk="0">
                    <a:moveTo>
                      <a:pt x="8059" y="63"/>
                    </a:moveTo>
                    <a:cubicBezTo>
                      <a:pt x="8465" y="63"/>
                      <a:pt x="8871" y="115"/>
                      <a:pt x="9271" y="227"/>
                    </a:cubicBezTo>
                    <a:cubicBezTo>
                      <a:pt x="9993" y="430"/>
                      <a:pt x="10612" y="867"/>
                      <a:pt x="11221" y="1303"/>
                    </a:cubicBezTo>
                    <a:cubicBezTo>
                      <a:pt x="12003" y="1872"/>
                      <a:pt x="12683" y="2562"/>
                      <a:pt x="13232" y="3375"/>
                    </a:cubicBezTo>
                    <a:cubicBezTo>
                      <a:pt x="13709" y="4086"/>
                      <a:pt x="14075" y="4868"/>
                      <a:pt x="14430" y="5640"/>
                    </a:cubicBezTo>
                    <a:cubicBezTo>
                      <a:pt x="15232" y="7396"/>
                      <a:pt x="16136" y="9112"/>
                      <a:pt x="17334" y="10645"/>
                    </a:cubicBezTo>
                    <a:cubicBezTo>
                      <a:pt x="17934" y="11417"/>
                      <a:pt x="18654" y="12118"/>
                      <a:pt x="19518" y="12585"/>
                    </a:cubicBezTo>
                    <a:cubicBezTo>
                      <a:pt x="20380" y="13052"/>
                      <a:pt x="21355" y="13276"/>
                      <a:pt x="22330" y="13357"/>
                    </a:cubicBezTo>
                    <a:cubicBezTo>
                      <a:pt x="22751" y="13391"/>
                      <a:pt x="23173" y="13403"/>
                      <a:pt x="23596" y="13403"/>
                    </a:cubicBezTo>
                    <a:cubicBezTo>
                      <a:pt x="24525" y="13403"/>
                      <a:pt x="25460" y="13346"/>
                      <a:pt x="26392" y="13346"/>
                    </a:cubicBezTo>
                    <a:cubicBezTo>
                      <a:pt x="27167" y="13346"/>
                      <a:pt x="27940" y="13386"/>
                      <a:pt x="28707" y="13529"/>
                    </a:cubicBezTo>
                    <a:cubicBezTo>
                      <a:pt x="32252" y="14200"/>
                      <a:pt x="35044" y="17063"/>
                      <a:pt x="36273" y="20364"/>
                    </a:cubicBezTo>
                    <a:cubicBezTo>
                      <a:pt x="36923" y="22079"/>
                      <a:pt x="37135" y="23918"/>
                      <a:pt x="36912" y="25746"/>
                    </a:cubicBezTo>
                    <a:cubicBezTo>
                      <a:pt x="36668" y="27644"/>
                      <a:pt x="35988" y="29462"/>
                      <a:pt x="35003" y="31097"/>
                    </a:cubicBezTo>
                    <a:cubicBezTo>
                      <a:pt x="32942" y="34529"/>
                      <a:pt x="29621" y="37068"/>
                      <a:pt x="25864" y="38388"/>
                    </a:cubicBezTo>
                    <a:cubicBezTo>
                      <a:pt x="23789" y="39119"/>
                      <a:pt x="21584" y="39491"/>
                      <a:pt x="19379" y="39491"/>
                    </a:cubicBezTo>
                    <a:cubicBezTo>
                      <a:pt x="17387" y="39491"/>
                      <a:pt x="15394" y="39187"/>
                      <a:pt x="13496" y="38571"/>
                    </a:cubicBezTo>
                    <a:cubicBezTo>
                      <a:pt x="9851" y="37383"/>
                      <a:pt x="6611" y="35027"/>
                      <a:pt x="4275" y="31990"/>
                    </a:cubicBezTo>
                    <a:cubicBezTo>
                      <a:pt x="3118" y="30487"/>
                      <a:pt x="2183" y="28822"/>
                      <a:pt x="1524" y="27055"/>
                    </a:cubicBezTo>
                    <a:cubicBezTo>
                      <a:pt x="721" y="24882"/>
                      <a:pt x="315" y="22577"/>
                      <a:pt x="183" y="20262"/>
                    </a:cubicBezTo>
                    <a:cubicBezTo>
                      <a:pt x="41" y="17967"/>
                      <a:pt x="163" y="15672"/>
                      <a:pt x="376" y="13387"/>
                    </a:cubicBezTo>
                    <a:cubicBezTo>
                      <a:pt x="477" y="12240"/>
                      <a:pt x="610" y="11113"/>
                      <a:pt x="752" y="9975"/>
                    </a:cubicBezTo>
                    <a:cubicBezTo>
                      <a:pt x="884" y="8919"/>
                      <a:pt x="1036" y="7863"/>
                      <a:pt x="1290" y="6827"/>
                    </a:cubicBezTo>
                    <a:cubicBezTo>
                      <a:pt x="1768" y="4857"/>
                      <a:pt x="2610" y="2867"/>
                      <a:pt x="4205" y="1557"/>
                    </a:cubicBezTo>
                    <a:cubicBezTo>
                      <a:pt x="5275" y="676"/>
                      <a:pt x="6662" y="63"/>
                      <a:pt x="8059" y="63"/>
                    </a:cubicBezTo>
                    <a:close/>
                    <a:moveTo>
                      <a:pt x="8072" y="0"/>
                    </a:moveTo>
                    <a:cubicBezTo>
                      <a:pt x="7618" y="0"/>
                      <a:pt x="7163" y="62"/>
                      <a:pt x="6723" y="176"/>
                    </a:cubicBezTo>
                    <a:cubicBezTo>
                      <a:pt x="4925" y="644"/>
                      <a:pt x="3433" y="1892"/>
                      <a:pt x="2499" y="3487"/>
                    </a:cubicBezTo>
                    <a:cubicBezTo>
                      <a:pt x="1432" y="5324"/>
                      <a:pt x="1016" y="7447"/>
                      <a:pt x="741" y="9528"/>
                    </a:cubicBezTo>
                    <a:cubicBezTo>
                      <a:pt x="427" y="11834"/>
                      <a:pt x="183" y="14159"/>
                      <a:pt x="92" y="16485"/>
                    </a:cubicBezTo>
                    <a:cubicBezTo>
                      <a:pt x="1" y="18810"/>
                      <a:pt x="71" y="21156"/>
                      <a:pt x="488" y="23451"/>
                    </a:cubicBezTo>
                    <a:cubicBezTo>
                      <a:pt x="863" y="25543"/>
                      <a:pt x="1524" y="27583"/>
                      <a:pt x="2539" y="29452"/>
                    </a:cubicBezTo>
                    <a:cubicBezTo>
                      <a:pt x="3453" y="31137"/>
                      <a:pt x="4621" y="32681"/>
                      <a:pt x="5981" y="34032"/>
                    </a:cubicBezTo>
                    <a:cubicBezTo>
                      <a:pt x="7342" y="35372"/>
                      <a:pt x="8896" y="36510"/>
                      <a:pt x="10582" y="37403"/>
                    </a:cubicBezTo>
                    <a:cubicBezTo>
                      <a:pt x="12369" y="38347"/>
                      <a:pt x="14298" y="38987"/>
                      <a:pt x="16298" y="39312"/>
                    </a:cubicBezTo>
                    <a:cubicBezTo>
                      <a:pt x="17316" y="39476"/>
                      <a:pt x="18346" y="39557"/>
                      <a:pt x="19377" y="39557"/>
                    </a:cubicBezTo>
                    <a:cubicBezTo>
                      <a:pt x="20453" y="39557"/>
                      <a:pt x="21530" y="39468"/>
                      <a:pt x="22594" y="39292"/>
                    </a:cubicBezTo>
                    <a:cubicBezTo>
                      <a:pt x="24676" y="38947"/>
                      <a:pt x="26707" y="38266"/>
                      <a:pt x="28576" y="37261"/>
                    </a:cubicBezTo>
                    <a:cubicBezTo>
                      <a:pt x="30291" y="36337"/>
                      <a:pt x="31855" y="35118"/>
                      <a:pt x="33165" y="33676"/>
                    </a:cubicBezTo>
                    <a:cubicBezTo>
                      <a:pt x="34455" y="32254"/>
                      <a:pt x="35511" y="30620"/>
                      <a:pt x="36201" y="28822"/>
                    </a:cubicBezTo>
                    <a:cubicBezTo>
                      <a:pt x="36871" y="27076"/>
                      <a:pt x="37196" y="25166"/>
                      <a:pt x="37024" y="23298"/>
                    </a:cubicBezTo>
                    <a:cubicBezTo>
                      <a:pt x="36862" y="21511"/>
                      <a:pt x="36252" y="19764"/>
                      <a:pt x="35308" y="18241"/>
                    </a:cubicBezTo>
                    <a:cubicBezTo>
                      <a:pt x="34384" y="16749"/>
                      <a:pt x="33125" y="15449"/>
                      <a:pt x="31611" y="14555"/>
                    </a:cubicBezTo>
                    <a:cubicBezTo>
                      <a:pt x="30850" y="14118"/>
                      <a:pt x="30038" y="13773"/>
                      <a:pt x="29185" y="13560"/>
                    </a:cubicBezTo>
                    <a:cubicBezTo>
                      <a:pt x="28283" y="13344"/>
                      <a:pt x="27356" y="13284"/>
                      <a:pt x="26434" y="13284"/>
                    </a:cubicBezTo>
                    <a:cubicBezTo>
                      <a:pt x="26359" y="13284"/>
                      <a:pt x="26284" y="13285"/>
                      <a:pt x="26209" y="13286"/>
                    </a:cubicBezTo>
                    <a:cubicBezTo>
                      <a:pt x="25356" y="13290"/>
                      <a:pt x="24474" y="13342"/>
                      <a:pt x="23596" y="13342"/>
                    </a:cubicBezTo>
                    <a:cubicBezTo>
                      <a:pt x="22268" y="13342"/>
                      <a:pt x="20949" y="13222"/>
                      <a:pt x="19751" y="12636"/>
                    </a:cubicBezTo>
                    <a:cubicBezTo>
                      <a:pt x="18817" y="12179"/>
                      <a:pt x="18055" y="11448"/>
                      <a:pt x="17415" y="10645"/>
                    </a:cubicBezTo>
                    <a:cubicBezTo>
                      <a:pt x="16756" y="9813"/>
                      <a:pt x="16187" y="8909"/>
                      <a:pt x="15669" y="7995"/>
                    </a:cubicBezTo>
                    <a:cubicBezTo>
                      <a:pt x="14765" y="6411"/>
                      <a:pt x="14206" y="4634"/>
                      <a:pt x="13150" y="3151"/>
                    </a:cubicBezTo>
                    <a:cubicBezTo>
                      <a:pt x="12633" y="2410"/>
                      <a:pt x="11983" y="1781"/>
                      <a:pt x="11252" y="1242"/>
                    </a:cubicBezTo>
                    <a:cubicBezTo>
                      <a:pt x="10622" y="795"/>
                      <a:pt x="9993" y="349"/>
                      <a:pt x="9241" y="146"/>
                    </a:cubicBezTo>
                    <a:cubicBezTo>
                      <a:pt x="8859" y="47"/>
                      <a:pt x="8466" y="0"/>
                      <a:pt x="8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6"/>
              <p:cNvSpPr/>
              <p:nvPr/>
            </p:nvSpPr>
            <p:spPr>
              <a:xfrm rot="-565460" flipH="1">
                <a:off x="4004977" y="960008"/>
                <a:ext cx="5920740" cy="4013705"/>
              </a:xfrm>
              <a:custGeom>
                <a:avLst/>
                <a:gdLst/>
                <a:ahLst/>
                <a:cxnLst/>
                <a:rect l="l" t="t" r="r" b="b"/>
                <a:pathLst>
                  <a:path w="47275" h="32048" extrusionOk="0">
                    <a:moveTo>
                      <a:pt x="11491" y="1"/>
                    </a:moveTo>
                    <a:cubicBezTo>
                      <a:pt x="9887" y="1"/>
                      <a:pt x="8266" y="466"/>
                      <a:pt x="6879" y="1233"/>
                    </a:cubicBezTo>
                    <a:cubicBezTo>
                      <a:pt x="4575" y="2523"/>
                      <a:pt x="2797" y="4543"/>
                      <a:pt x="1203" y="6614"/>
                    </a:cubicBezTo>
                    <a:cubicBezTo>
                      <a:pt x="807" y="7133"/>
                      <a:pt x="411" y="7661"/>
                      <a:pt x="15" y="8189"/>
                    </a:cubicBezTo>
                    <a:cubicBezTo>
                      <a:pt x="1" y="8210"/>
                      <a:pt x="27" y="8232"/>
                      <a:pt x="51" y="8232"/>
                    </a:cubicBezTo>
                    <a:cubicBezTo>
                      <a:pt x="60" y="8232"/>
                      <a:pt x="70" y="8228"/>
                      <a:pt x="76" y="8219"/>
                    </a:cubicBezTo>
                    <a:cubicBezTo>
                      <a:pt x="1660" y="6086"/>
                      <a:pt x="3275" y="3924"/>
                      <a:pt x="5397" y="2299"/>
                    </a:cubicBezTo>
                    <a:cubicBezTo>
                      <a:pt x="7152" y="955"/>
                      <a:pt x="9277" y="73"/>
                      <a:pt x="11491" y="73"/>
                    </a:cubicBezTo>
                    <a:cubicBezTo>
                      <a:pt x="11737" y="73"/>
                      <a:pt x="11984" y="83"/>
                      <a:pt x="12231" y="106"/>
                    </a:cubicBezTo>
                    <a:cubicBezTo>
                      <a:pt x="13409" y="217"/>
                      <a:pt x="14556" y="593"/>
                      <a:pt x="15511" y="1293"/>
                    </a:cubicBezTo>
                    <a:cubicBezTo>
                      <a:pt x="16537" y="2045"/>
                      <a:pt x="17268" y="3121"/>
                      <a:pt x="17725" y="4289"/>
                    </a:cubicBezTo>
                    <a:cubicBezTo>
                      <a:pt x="18781" y="6991"/>
                      <a:pt x="18395" y="9915"/>
                      <a:pt x="17999" y="12697"/>
                    </a:cubicBezTo>
                    <a:cubicBezTo>
                      <a:pt x="17613" y="15419"/>
                      <a:pt x="17379" y="18150"/>
                      <a:pt x="17776" y="20892"/>
                    </a:cubicBezTo>
                    <a:cubicBezTo>
                      <a:pt x="18131" y="23421"/>
                      <a:pt x="19015" y="25928"/>
                      <a:pt x="20639" y="27919"/>
                    </a:cubicBezTo>
                    <a:cubicBezTo>
                      <a:pt x="22111" y="29726"/>
                      <a:pt x="24153" y="31138"/>
                      <a:pt x="26437" y="31676"/>
                    </a:cubicBezTo>
                    <a:cubicBezTo>
                      <a:pt x="27071" y="31821"/>
                      <a:pt x="27717" y="31897"/>
                      <a:pt x="28363" y="31897"/>
                    </a:cubicBezTo>
                    <a:cubicBezTo>
                      <a:pt x="28847" y="31897"/>
                      <a:pt x="29330" y="31855"/>
                      <a:pt x="29809" y="31768"/>
                    </a:cubicBezTo>
                    <a:cubicBezTo>
                      <a:pt x="31108" y="31524"/>
                      <a:pt x="32327" y="30965"/>
                      <a:pt x="33484" y="30326"/>
                    </a:cubicBezTo>
                    <a:cubicBezTo>
                      <a:pt x="35942" y="28955"/>
                      <a:pt x="38318" y="27066"/>
                      <a:pt x="41222" y="26792"/>
                    </a:cubicBezTo>
                    <a:cubicBezTo>
                      <a:pt x="41420" y="26775"/>
                      <a:pt x="41617" y="26765"/>
                      <a:pt x="41813" y="26765"/>
                    </a:cubicBezTo>
                    <a:cubicBezTo>
                      <a:pt x="42876" y="26765"/>
                      <a:pt x="43903" y="27032"/>
                      <a:pt x="44787" y="27675"/>
                    </a:cubicBezTo>
                    <a:cubicBezTo>
                      <a:pt x="45680" y="28336"/>
                      <a:pt x="46401" y="29310"/>
                      <a:pt x="46564" y="30417"/>
                    </a:cubicBezTo>
                    <a:cubicBezTo>
                      <a:pt x="46655" y="30955"/>
                      <a:pt x="46584" y="31504"/>
                      <a:pt x="46381" y="32011"/>
                    </a:cubicBezTo>
                    <a:cubicBezTo>
                      <a:pt x="46369" y="32034"/>
                      <a:pt x="46383" y="32047"/>
                      <a:pt x="46402" y="32047"/>
                    </a:cubicBezTo>
                    <a:cubicBezTo>
                      <a:pt x="46416" y="32047"/>
                      <a:pt x="46433" y="32039"/>
                      <a:pt x="46442" y="32021"/>
                    </a:cubicBezTo>
                    <a:cubicBezTo>
                      <a:pt x="47274" y="29990"/>
                      <a:pt x="45680" y="27838"/>
                      <a:pt x="43832" y="27066"/>
                    </a:cubicBezTo>
                    <a:cubicBezTo>
                      <a:pt x="43212" y="26801"/>
                      <a:pt x="42543" y="26691"/>
                      <a:pt x="41870" y="26691"/>
                    </a:cubicBezTo>
                    <a:cubicBezTo>
                      <a:pt x="41253" y="26691"/>
                      <a:pt x="40632" y="26783"/>
                      <a:pt x="40044" y="26934"/>
                    </a:cubicBezTo>
                    <a:cubicBezTo>
                      <a:pt x="38654" y="27279"/>
                      <a:pt x="37354" y="27939"/>
                      <a:pt x="36125" y="28660"/>
                    </a:cubicBezTo>
                    <a:cubicBezTo>
                      <a:pt x="33789" y="30051"/>
                      <a:pt x="31423" y="31757"/>
                      <a:pt x="28590" y="31829"/>
                    </a:cubicBezTo>
                    <a:cubicBezTo>
                      <a:pt x="28515" y="31831"/>
                      <a:pt x="28440" y="31832"/>
                      <a:pt x="28365" y="31832"/>
                    </a:cubicBezTo>
                    <a:cubicBezTo>
                      <a:pt x="25948" y="31832"/>
                      <a:pt x="23631" y="30733"/>
                      <a:pt x="21868" y="29128"/>
                    </a:cubicBezTo>
                    <a:cubicBezTo>
                      <a:pt x="19888" y="27320"/>
                      <a:pt x="18679" y="24872"/>
                      <a:pt x="18090" y="22273"/>
                    </a:cubicBezTo>
                    <a:cubicBezTo>
                      <a:pt x="17471" y="19521"/>
                      <a:pt x="17542" y="16658"/>
                      <a:pt x="17907" y="13875"/>
                    </a:cubicBezTo>
                    <a:cubicBezTo>
                      <a:pt x="18273" y="11022"/>
                      <a:pt x="18872" y="8077"/>
                      <a:pt x="18110" y="5233"/>
                    </a:cubicBezTo>
                    <a:cubicBezTo>
                      <a:pt x="17796" y="4086"/>
                      <a:pt x="17278" y="2979"/>
                      <a:pt x="16476" y="2085"/>
                    </a:cubicBezTo>
                    <a:cubicBezTo>
                      <a:pt x="15704" y="1223"/>
                      <a:pt x="14699" y="613"/>
                      <a:pt x="13592" y="289"/>
                    </a:cubicBezTo>
                    <a:cubicBezTo>
                      <a:pt x="12909" y="92"/>
                      <a:pt x="12202" y="1"/>
                      <a:pt x="11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6"/>
              <p:cNvSpPr/>
              <p:nvPr/>
            </p:nvSpPr>
            <p:spPr>
              <a:xfrm rot="-2190436">
                <a:off x="6767466" y="2203417"/>
                <a:ext cx="3389217" cy="2184986"/>
              </a:xfrm>
              <a:custGeom>
                <a:avLst/>
                <a:gdLst/>
                <a:ahLst/>
                <a:cxnLst/>
                <a:rect l="l" t="t" r="r" b="b"/>
                <a:pathLst>
                  <a:path w="68641" h="44252" extrusionOk="0">
                    <a:moveTo>
                      <a:pt x="67677" y="0"/>
                    </a:moveTo>
                    <a:cubicBezTo>
                      <a:pt x="65155" y="0"/>
                      <a:pt x="62741" y="1012"/>
                      <a:pt x="60731" y="2524"/>
                    </a:cubicBezTo>
                    <a:cubicBezTo>
                      <a:pt x="58294" y="4352"/>
                      <a:pt x="56516" y="6829"/>
                      <a:pt x="55074" y="9480"/>
                    </a:cubicBezTo>
                    <a:cubicBezTo>
                      <a:pt x="52160" y="14852"/>
                      <a:pt x="50383" y="21107"/>
                      <a:pt x="45621" y="25240"/>
                    </a:cubicBezTo>
                    <a:cubicBezTo>
                      <a:pt x="44504" y="26215"/>
                      <a:pt x="43245" y="27027"/>
                      <a:pt x="41864" y="27576"/>
                    </a:cubicBezTo>
                    <a:cubicBezTo>
                      <a:pt x="40310" y="28185"/>
                      <a:pt x="38644" y="28459"/>
                      <a:pt x="36979" y="28499"/>
                    </a:cubicBezTo>
                    <a:cubicBezTo>
                      <a:pt x="36764" y="28506"/>
                      <a:pt x="36550" y="28509"/>
                      <a:pt x="36335" y="28509"/>
                    </a:cubicBezTo>
                    <a:cubicBezTo>
                      <a:pt x="33195" y="28509"/>
                      <a:pt x="30095" y="27846"/>
                      <a:pt x="26977" y="27504"/>
                    </a:cubicBezTo>
                    <a:cubicBezTo>
                      <a:pt x="25877" y="27383"/>
                      <a:pt x="24780" y="27316"/>
                      <a:pt x="23686" y="27316"/>
                    </a:cubicBezTo>
                    <a:cubicBezTo>
                      <a:pt x="21954" y="27316"/>
                      <a:pt x="20230" y="27484"/>
                      <a:pt x="18518" y="27870"/>
                    </a:cubicBezTo>
                    <a:cubicBezTo>
                      <a:pt x="15918" y="28459"/>
                      <a:pt x="13420" y="29464"/>
                      <a:pt x="11125" y="30815"/>
                    </a:cubicBezTo>
                    <a:cubicBezTo>
                      <a:pt x="6576" y="33506"/>
                      <a:pt x="2799" y="37578"/>
                      <a:pt x="687" y="42442"/>
                    </a:cubicBezTo>
                    <a:cubicBezTo>
                      <a:pt x="433" y="43020"/>
                      <a:pt x="210" y="43609"/>
                      <a:pt x="7" y="44209"/>
                    </a:cubicBezTo>
                    <a:cubicBezTo>
                      <a:pt x="0" y="44234"/>
                      <a:pt x="21" y="44251"/>
                      <a:pt x="40" y="44251"/>
                    </a:cubicBezTo>
                    <a:cubicBezTo>
                      <a:pt x="52" y="44251"/>
                      <a:pt x="64" y="44245"/>
                      <a:pt x="68" y="44229"/>
                    </a:cubicBezTo>
                    <a:cubicBezTo>
                      <a:pt x="1824" y="39080"/>
                      <a:pt x="5398" y="34673"/>
                      <a:pt x="9897" y="31668"/>
                    </a:cubicBezTo>
                    <a:cubicBezTo>
                      <a:pt x="14007" y="28925"/>
                      <a:pt x="18839" y="27367"/>
                      <a:pt x="23767" y="27367"/>
                    </a:cubicBezTo>
                    <a:cubicBezTo>
                      <a:pt x="24257" y="27367"/>
                      <a:pt x="24749" y="27382"/>
                      <a:pt x="25240" y="27413"/>
                    </a:cubicBezTo>
                    <a:cubicBezTo>
                      <a:pt x="28866" y="27644"/>
                      <a:pt x="32681" y="28556"/>
                      <a:pt x="36366" y="28556"/>
                    </a:cubicBezTo>
                    <a:cubicBezTo>
                      <a:pt x="38998" y="28556"/>
                      <a:pt x="41563" y="28091"/>
                      <a:pt x="43945" y="26581"/>
                    </a:cubicBezTo>
                    <a:cubicBezTo>
                      <a:pt x="49053" y="23351"/>
                      <a:pt x="51308" y="17411"/>
                      <a:pt x="53785" y="12202"/>
                    </a:cubicBezTo>
                    <a:cubicBezTo>
                      <a:pt x="55126" y="9368"/>
                      <a:pt x="56638" y="6535"/>
                      <a:pt x="58852" y="4271"/>
                    </a:cubicBezTo>
                    <a:cubicBezTo>
                      <a:pt x="60893" y="2179"/>
                      <a:pt x="63543" y="493"/>
                      <a:pt x="66488" y="138"/>
                    </a:cubicBezTo>
                    <a:cubicBezTo>
                      <a:pt x="66861" y="89"/>
                      <a:pt x="67236" y="66"/>
                      <a:pt x="67611" y="66"/>
                    </a:cubicBezTo>
                    <a:cubicBezTo>
                      <a:pt x="67941" y="66"/>
                      <a:pt x="68272" y="84"/>
                      <a:pt x="68600" y="118"/>
                    </a:cubicBezTo>
                    <a:cubicBezTo>
                      <a:pt x="68641" y="118"/>
                      <a:pt x="68641" y="57"/>
                      <a:pt x="68600" y="46"/>
                    </a:cubicBezTo>
                    <a:cubicBezTo>
                      <a:pt x="68291" y="15"/>
                      <a:pt x="67983" y="0"/>
                      <a:pt x="676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6"/>
              <p:cNvSpPr/>
              <p:nvPr/>
            </p:nvSpPr>
            <p:spPr>
              <a:xfrm rot="9272496">
                <a:off x="784504" y="-1103050"/>
                <a:ext cx="4382991" cy="2835046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55463" extrusionOk="0">
                    <a:moveTo>
                      <a:pt x="48227" y="0"/>
                    </a:moveTo>
                    <a:cubicBezTo>
                      <a:pt x="47882" y="0"/>
                      <a:pt x="47535" y="9"/>
                      <a:pt x="47188" y="28"/>
                    </a:cubicBezTo>
                    <a:cubicBezTo>
                      <a:pt x="42599" y="282"/>
                      <a:pt x="38151" y="2018"/>
                      <a:pt x="34455" y="4719"/>
                    </a:cubicBezTo>
                    <a:cubicBezTo>
                      <a:pt x="30372" y="7705"/>
                      <a:pt x="27509" y="11899"/>
                      <a:pt x="24311" y="15737"/>
                    </a:cubicBezTo>
                    <a:cubicBezTo>
                      <a:pt x="21142" y="19545"/>
                      <a:pt x="17345" y="23231"/>
                      <a:pt x="12338" y="24338"/>
                    </a:cubicBezTo>
                    <a:cubicBezTo>
                      <a:pt x="11445" y="24532"/>
                      <a:pt x="10521" y="24639"/>
                      <a:pt x="9599" y="24639"/>
                    </a:cubicBezTo>
                    <a:cubicBezTo>
                      <a:pt x="8059" y="24639"/>
                      <a:pt x="6524" y="24340"/>
                      <a:pt x="5139" y="23647"/>
                    </a:cubicBezTo>
                    <a:cubicBezTo>
                      <a:pt x="3209" y="22693"/>
                      <a:pt x="1585" y="21027"/>
                      <a:pt x="793" y="19017"/>
                    </a:cubicBezTo>
                    <a:cubicBezTo>
                      <a:pt x="407" y="18052"/>
                      <a:pt x="244" y="17026"/>
                      <a:pt x="305" y="16001"/>
                    </a:cubicBezTo>
                    <a:cubicBezTo>
                      <a:pt x="305" y="15976"/>
                      <a:pt x="287" y="15963"/>
                      <a:pt x="269" y="15963"/>
                    </a:cubicBezTo>
                    <a:cubicBezTo>
                      <a:pt x="252" y="15963"/>
                      <a:pt x="234" y="15976"/>
                      <a:pt x="234" y="16001"/>
                    </a:cubicBezTo>
                    <a:cubicBezTo>
                      <a:pt x="1" y="20032"/>
                      <a:pt x="3291" y="23516"/>
                      <a:pt x="7078" y="24419"/>
                    </a:cubicBezTo>
                    <a:cubicBezTo>
                      <a:pt x="7930" y="24622"/>
                      <a:pt x="8785" y="24716"/>
                      <a:pt x="9633" y="24716"/>
                    </a:cubicBezTo>
                    <a:cubicBezTo>
                      <a:pt x="13412" y="24716"/>
                      <a:pt x="17069" y="22848"/>
                      <a:pt x="19913" y="20418"/>
                    </a:cubicBezTo>
                    <a:cubicBezTo>
                      <a:pt x="23762" y="17128"/>
                      <a:pt x="26514" y="12813"/>
                      <a:pt x="29875" y="9056"/>
                    </a:cubicBezTo>
                    <a:cubicBezTo>
                      <a:pt x="33125" y="5410"/>
                      <a:pt x="37095" y="2546"/>
                      <a:pt x="41786" y="1084"/>
                    </a:cubicBezTo>
                    <a:cubicBezTo>
                      <a:pt x="43888" y="429"/>
                      <a:pt x="46088" y="78"/>
                      <a:pt x="48282" y="78"/>
                    </a:cubicBezTo>
                    <a:cubicBezTo>
                      <a:pt x="50613" y="78"/>
                      <a:pt x="52937" y="475"/>
                      <a:pt x="55129" y="1327"/>
                    </a:cubicBezTo>
                    <a:cubicBezTo>
                      <a:pt x="59049" y="2851"/>
                      <a:pt x="62492" y="5704"/>
                      <a:pt x="64523" y="9401"/>
                    </a:cubicBezTo>
                    <a:cubicBezTo>
                      <a:pt x="65670" y="11513"/>
                      <a:pt x="66259" y="13818"/>
                      <a:pt x="66421" y="16204"/>
                    </a:cubicBezTo>
                    <a:cubicBezTo>
                      <a:pt x="66614" y="18926"/>
                      <a:pt x="66330" y="21657"/>
                      <a:pt x="66218" y="24378"/>
                    </a:cubicBezTo>
                    <a:cubicBezTo>
                      <a:pt x="66046" y="28420"/>
                      <a:pt x="66391" y="32807"/>
                      <a:pt x="68930" y="36148"/>
                    </a:cubicBezTo>
                    <a:cubicBezTo>
                      <a:pt x="70067" y="37640"/>
                      <a:pt x="71600" y="38727"/>
                      <a:pt x="73428" y="39215"/>
                    </a:cubicBezTo>
                    <a:cubicBezTo>
                      <a:pt x="74657" y="39549"/>
                      <a:pt x="75936" y="39651"/>
                      <a:pt x="77196" y="39895"/>
                    </a:cubicBezTo>
                    <a:cubicBezTo>
                      <a:pt x="78343" y="40118"/>
                      <a:pt x="79439" y="40494"/>
                      <a:pt x="80434" y="41113"/>
                    </a:cubicBezTo>
                    <a:cubicBezTo>
                      <a:pt x="82303" y="42261"/>
                      <a:pt x="83745" y="44099"/>
                      <a:pt x="84395" y="46190"/>
                    </a:cubicBezTo>
                    <a:cubicBezTo>
                      <a:pt x="85055" y="48354"/>
                      <a:pt x="84811" y="50750"/>
                      <a:pt x="83826" y="52771"/>
                    </a:cubicBezTo>
                    <a:cubicBezTo>
                      <a:pt x="83339" y="53766"/>
                      <a:pt x="82679" y="54659"/>
                      <a:pt x="81867" y="55411"/>
                    </a:cubicBezTo>
                    <a:cubicBezTo>
                      <a:pt x="81844" y="55434"/>
                      <a:pt x="81866" y="55462"/>
                      <a:pt x="81892" y="55462"/>
                    </a:cubicBezTo>
                    <a:cubicBezTo>
                      <a:pt x="81901" y="55462"/>
                      <a:pt x="81909" y="55459"/>
                      <a:pt x="81917" y="55451"/>
                    </a:cubicBezTo>
                    <a:cubicBezTo>
                      <a:pt x="84974" y="52598"/>
                      <a:pt x="85746" y="47826"/>
                      <a:pt x="83582" y="44220"/>
                    </a:cubicBezTo>
                    <a:cubicBezTo>
                      <a:pt x="82567" y="42514"/>
                      <a:pt x="80993" y="41133"/>
                      <a:pt x="79155" y="40382"/>
                    </a:cubicBezTo>
                    <a:cubicBezTo>
                      <a:pt x="76840" y="39448"/>
                      <a:pt x="74220" y="39702"/>
                      <a:pt x="71956" y="38605"/>
                    </a:cubicBezTo>
                    <a:cubicBezTo>
                      <a:pt x="68229" y="36787"/>
                      <a:pt x="66685" y="32380"/>
                      <a:pt x="66330" y="28512"/>
                    </a:cubicBezTo>
                    <a:cubicBezTo>
                      <a:pt x="65843" y="23313"/>
                      <a:pt x="67305" y="18032"/>
                      <a:pt x="65974" y="12894"/>
                    </a:cubicBezTo>
                    <a:cubicBezTo>
                      <a:pt x="64979" y="9004"/>
                      <a:pt x="62400" y="5653"/>
                      <a:pt x="59120" y="3379"/>
                    </a:cubicBezTo>
                    <a:cubicBezTo>
                      <a:pt x="55922" y="1150"/>
                      <a:pt x="52115" y="0"/>
                      <a:pt x="48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●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○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■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●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○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■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●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○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Char char="■"/>
              <a:defRPr sz="1600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59" r:id="rId4"/>
    <p:sldLayoutId id="2147483660" r:id="rId5"/>
    <p:sldLayoutId id="2147483664" r:id="rId6"/>
    <p:sldLayoutId id="2147483665" r:id="rId7"/>
    <p:sldLayoutId id="2147483666" r:id="rId8"/>
    <p:sldLayoutId id="2147483671" r:id="rId9"/>
    <p:sldLayoutId id="214748367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>
            <a:spLocks noGrp="1"/>
          </p:cNvSpPr>
          <p:nvPr>
            <p:ph type="ctrTitle"/>
          </p:nvPr>
        </p:nvSpPr>
        <p:spPr>
          <a:xfrm>
            <a:off x="1475850" y="1432063"/>
            <a:ext cx="6192300" cy="21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My Personal </a:t>
            </a:r>
            <a:r>
              <a:rPr lang="en" dirty="0">
                <a:solidFill>
                  <a:schemeClr val="lt2"/>
                </a:solidFill>
              </a:rPr>
              <a:t>&lt;</a:t>
            </a:r>
            <a:r>
              <a:rPr lang="en" dirty="0">
                <a:solidFill>
                  <a:schemeClr val="dk2"/>
                </a:solidFill>
              </a:rPr>
              <a:t>//</a:t>
            </a:r>
            <a:r>
              <a:rPr lang="en" dirty="0">
                <a:solidFill>
                  <a:schemeClr val="lt2"/>
                </a:solidFill>
              </a:rPr>
              <a:t>Portfolio</a:t>
            </a:r>
            <a:r>
              <a:rPr lang="en" dirty="0">
                <a:solidFill>
                  <a:schemeClr val="dk2"/>
                </a:solidFill>
              </a:rPr>
              <a:t>//</a:t>
            </a:r>
            <a:r>
              <a:rPr lang="en" dirty="0">
                <a:solidFill>
                  <a:schemeClr val="lt2"/>
                </a:solidFill>
              </a:rPr>
              <a:t>&gt;</a:t>
            </a:r>
            <a:endParaRPr dirty="0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543" name="Google Shape;543;p30"/>
          <p:cNvSpPr txBox="1">
            <a:spLocks noGrp="1"/>
          </p:cNvSpPr>
          <p:nvPr>
            <p:ph type="subTitle" idx="1"/>
          </p:nvPr>
        </p:nvSpPr>
        <p:spPr>
          <a:xfrm>
            <a:off x="1475850" y="3640838"/>
            <a:ext cx="61923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Fatima Saad Labban </a:t>
            </a:r>
          </a:p>
          <a:p>
            <a:pPr marL="0" lvl="0" indent="0"/>
            <a:r>
              <a:rPr lang="en-US" dirty="0"/>
              <a:t>202268600</a:t>
            </a:r>
            <a:endParaRPr dirty="0"/>
          </a:p>
        </p:txBody>
      </p:sp>
      <p:sp>
        <p:nvSpPr>
          <p:cNvPr id="544" name="Google Shape;544;p30"/>
          <p:cNvSpPr txBox="1">
            <a:spLocks noGrp="1"/>
          </p:cNvSpPr>
          <p:nvPr>
            <p:ph type="subTitle" idx="2"/>
          </p:nvPr>
        </p:nvSpPr>
        <p:spPr>
          <a:xfrm>
            <a:off x="728400" y="631900"/>
            <a:ext cx="41622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&lt;Portfolio 202</a:t>
            </a:r>
            <a:r>
              <a:rPr lang="en-US" dirty="0"/>
              <a:t>5</a:t>
            </a:r>
            <a:r>
              <a:rPr lang="en" dirty="0"/>
              <a:t>&gt;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>
            <a:spLocks noGrp="1"/>
          </p:cNvSpPr>
          <p:nvPr>
            <p:ph type="subTitle" idx="2"/>
          </p:nvPr>
        </p:nvSpPr>
        <p:spPr>
          <a:xfrm>
            <a:off x="2993895" y="1328311"/>
            <a:ext cx="4132079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b="1" dirty="0"/>
              <a:t>Front end application</a:t>
            </a:r>
            <a:endParaRPr sz="2400" b="1" dirty="0"/>
          </a:p>
        </p:txBody>
      </p:sp>
      <p:sp>
        <p:nvSpPr>
          <p:cNvPr id="721" name="Google Shape;721;p40"/>
          <p:cNvSpPr txBox="1">
            <a:spLocks noGrp="1"/>
          </p:cNvSpPr>
          <p:nvPr>
            <p:ph type="subTitle" idx="4"/>
          </p:nvPr>
        </p:nvSpPr>
        <p:spPr>
          <a:xfrm>
            <a:off x="3035531" y="3810090"/>
            <a:ext cx="4090443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b="1" dirty="0"/>
              <a:t>API integration</a:t>
            </a:r>
            <a:endParaRPr sz="2400" b="1" dirty="0"/>
          </a:p>
        </p:txBody>
      </p:sp>
      <p:sp>
        <p:nvSpPr>
          <p:cNvPr id="723" name="Google Shape;723;p40"/>
          <p:cNvSpPr txBox="1">
            <a:spLocks noGrp="1"/>
          </p:cNvSpPr>
          <p:nvPr>
            <p:ph type="subTitle" idx="6"/>
          </p:nvPr>
        </p:nvSpPr>
        <p:spPr>
          <a:xfrm>
            <a:off x="2993895" y="2125626"/>
            <a:ext cx="585597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b="1" dirty="0"/>
              <a:t>Optimize the overall user experience</a:t>
            </a:r>
            <a:endParaRPr sz="2400" b="1" dirty="0"/>
          </a:p>
        </p:txBody>
      </p:sp>
      <p:sp>
        <p:nvSpPr>
          <p:cNvPr id="725" name="Google Shape;725;p40"/>
          <p:cNvSpPr txBox="1">
            <a:spLocks noGrp="1"/>
          </p:cNvSpPr>
          <p:nvPr>
            <p:ph type="subTitle" idx="8"/>
          </p:nvPr>
        </p:nvSpPr>
        <p:spPr>
          <a:xfrm>
            <a:off x="2993895" y="3057715"/>
            <a:ext cx="4536052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400" b="1" dirty="0"/>
              <a:t>Responsible AI usage</a:t>
            </a:r>
            <a:endParaRPr sz="2400" b="1" dirty="0"/>
          </a:p>
        </p:txBody>
      </p:sp>
      <p:sp>
        <p:nvSpPr>
          <p:cNvPr id="726" name="Google Shape;726;p40"/>
          <p:cNvSpPr txBox="1">
            <a:spLocks noGrp="1"/>
          </p:cNvSpPr>
          <p:nvPr>
            <p:ph type="title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Objective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27" name="Google Shape;727;p40"/>
          <p:cNvSpPr txBox="1"/>
          <p:nvPr/>
        </p:nvSpPr>
        <p:spPr>
          <a:xfrm>
            <a:off x="77748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&gt;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728" name="Google Shape;728;p40"/>
          <p:cNvSpPr txBox="1"/>
          <p:nvPr/>
        </p:nvSpPr>
        <p:spPr>
          <a:xfrm>
            <a:off x="7200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&lt;</a:t>
            </a: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729" name="Google Shape;729;p40"/>
          <p:cNvSpPr/>
          <p:nvPr/>
        </p:nvSpPr>
        <p:spPr>
          <a:xfrm>
            <a:off x="1583803" y="2397955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730" name="Google Shape;730;p40"/>
          <p:cNvSpPr/>
          <p:nvPr/>
        </p:nvSpPr>
        <p:spPr>
          <a:xfrm flipH="1">
            <a:off x="2551878" y="2397955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733" name="Google Shape;733;p40"/>
          <p:cNvSpPr/>
          <p:nvPr/>
        </p:nvSpPr>
        <p:spPr>
          <a:xfrm>
            <a:off x="1614053" y="3263245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734" name="Google Shape;734;p40"/>
          <p:cNvSpPr/>
          <p:nvPr/>
        </p:nvSpPr>
        <p:spPr>
          <a:xfrm flipH="1">
            <a:off x="2582128" y="3263245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735" name="Google Shape;735;p40"/>
          <p:cNvSpPr/>
          <p:nvPr/>
        </p:nvSpPr>
        <p:spPr>
          <a:xfrm>
            <a:off x="1583803" y="1496957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736" name="Google Shape;736;p40"/>
          <p:cNvSpPr/>
          <p:nvPr/>
        </p:nvSpPr>
        <p:spPr>
          <a:xfrm flipH="1">
            <a:off x="2551878" y="1496957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grpSp>
        <p:nvGrpSpPr>
          <p:cNvPr id="738" name="Google Shape;738;p40"/>
          <p:cNvGrpSpPr/>
          <p:nvPr/>
        </p:nvGrpSpPr>
        <p:grpSpPr>
          <a:xfrm>
            <a:off x="2003912" y="3225183"/>
            <a:ext cx="385344" cy="293522"/>
            <a:chOff x="6067845" y="1205926"/>
            <a:chExt cx="385344" cy="293522"/>
          </a:xfrm>
        </p:grpSpPr>
        <p:sp>
          <p:nvSpPr>
            <p:cNvPr id="739" name="Google Shape;739;p40"/>
            <p:cNvSpPr/>
            <p:nvPr/>
          </p:nvSpPr>
          <p:spPr>
            <a:xfrm>
              <a:off x="6180512" y="1318594"/>
              <a:ext cx="47378" cy="67834"/>
            </a:xfrm>
            <a:custGeom>
              <a:avLst/>
              <a:gdLst/>
              <a:ahLst/>
              <a:cxnLst/>
              <a:rect l="l" t="t" r="r" b="b"/>
              <a:pathLst>
                <a:path w="1341" h="1920" extrusionOk="0">
                  <a:moveTo>
                    <a:pt x="987" y="1"/>
                  </a:moveTo>
                  <a:cubicBezTo>
                    <a:pt x="904" y="1"/>
                    <a:pt x="823" y="31"/>
                    <a:pt x="762" y="92"/>
                  </a:cubicBezTo>
                  <a:lnTo>
                    <a:pt x="122" y="731"/>
                  </a:lnTo>
                  <a:cubicBezTo>
                    <a:pt x="0" y="864"/>
                    <a:pt x="0" y="1067"/>
                    <a:pt x="122" y="1189"/>
                  </a:cubicBezTo>
                  <a:lnTo>
                    <a:pt x="762" y="1828"/>
                  </a:lnTo>
                  <a:cubicBezTo>
                    <a:pt x="823" y="1889"/>
                    <a:pt x="904" y="1920"/>
                    <a:pt x="987" y="1920"/>
                  </a:cubicBezTo>
                  <a:cubicBezTo>
                    <a:pt x="1069" y="1920"/>
                    <a:pt x="1153" y="1889"/>
                    <a:pt x="1219" y="1828"/>
                  </a:cubicBezTo>
                  <a:cubicBezTo>
                    <a:pt x="1340" y="1706"/>
                    <a:pt x="1340" y="1503"/>
                    <a:pt x="1219" y="1372"/>
                  </a:cubicBezTo>
                  <a:lnTo>
                    <a:pt x="803" y="965"/>
                  </a:lnTo>
                  <a:lnTo>
                    <a:pt x="1219" y="549"/>
                  </a:lnTo>
                  <a:cubicBezTo>
                    <a:pt x="1340" y="427"/>
                    <a:pt x="1340" y="224"/>
                    <a:pt x="1219" y="92"/>
                  </a:cubicBezTo>
                  <a:cubicBezTo>
                    <a:pt x="1153" y="31"/>
                    <a:pt x="1069" y="1"/>
                    <a:pt x="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6293534" y="1318594"/>
              <a:ext cx="47378" cy="67834"/>
            </a:xfrm>
            <a:custGeom>
              <a:avLst/>
              <a:gdLst/>
              <a:ahLst/>
              <a:cxnLst/>
              <a:rect l="l" t="t" r="r" b="b"/>
              <a:pathLst>
                <a:path w="1341" h="1920" extrusionOk="0">
                  <a:moveTo>
                    <a:pt x="345" y="1"/>
                  </a:moveTo>
                  <a:cubicBezTo>
                    <a:pt x="264" y="1"/>
                    <a:pt x="183" y="31"/>
                    <a:pt x="122" y="92"/>
                  </a:cubicBezTo>
                  <a:cubicBezTo>
                    <a:pt x="0" y="224"/>
                    <a:pt x="0" y="427"/>
                    <a:pt x="122" y="549"/>
                  </a:cubicBezTo>
                  <a:lnTo>
                    <a:pt x="538" y="965"/>
                  </a:lnTo>
                  <a:lnTo>
                    <a:pt x="122" y="1372"/>
                  </a:lnTo>
                  <a:cubicBezTo>
                    <a:pt x="0" y="1503"/>
                    <a:pt x="0" y="1706"/>
                    <a:pt x="122" y="1828"/>
                  </a:cubicBezTo>
                  <a:cubicBezTo>
                    <a:pt x="183" y="1889"/>
                    <a:pt x="264" y="1920"/>
                    <a:pt x="345" y="1920"/>
                  </a:cubicBezTo>
                  <a:cubicBezTo>
                    <a:pt x="427" y="1920"/>
                    <a:pt x="508" y="1889"/>
                    <a:pt x="569" y="1828"/>
                  </a:cubicBezTo>
                  <a:lnTo>
                    <a:pt x="1208" y="1189"/>
                  </a:lnTo>
                  <a:cubicBezTo>
                    <a:pt x="1341" y="1067"/>
                    <a:pt x="1341" y="864"/>
                    <a:pt x="1208" y="731"/>
                  </a:cubicBezTo>
                  <a:lnTo>
                    <a:pt x="569" y="92"/>
                  </a:lnTo>
                  <a:cubicBezTo>
                    <a:pt x="508" y="31"/>
                    <a:pt x="427" y="1"/>
                    <a:pt x="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6236829" y="1296018"/>
              <a:ext cx="47413" cy="112985"/>
            </a:xfrm>
            <a:custGeom>
              <a:avLst/>
              <a:gdLst/>
              <a:ahLst/>
              <a:cxnLst/>
              <a:rect l="l" t="t" r="r" b="b"/>
              <a:pathLst>
                <a:path w="1342" h="3198" extrusionOk="0">
                  <a:moveTo>
                    <a:pt x="993" y="1"/>
                  </a:moveTo>
                  <a:cubicBezTo>
                    <a:pt x="853" y="1"/>
                    <a:pt x="715" y="96"/>
                    <a:pt x="681" y="244"/>
                  </a:cubicBezTo>
                  <a:lnTo>
                    <a:pt x="41" y="2803"/>
                  </a:lnTo>
                  <a:cubicBezTo>
                    <a:pt x="1" y="2975"/>
                    <a:pt x="102" y="3148"/>
                    <a:pt x="274" y="3189"/>
                  </a:cubicBezTo>
                  <a:cubicBezTo>
                    <a:pt x="300" y="3195"/>
                    <a:pt x="326" y="3197"/>
                    <a:pt x="351" y="3197"/>
                  </a:cubicBezTo>
                  <a:cubicBezTo>
                    <a:pt x="496" y="3197"/>
                    <a:pt x="626" y="3102"/>
                    <a:pt x="660" y="2955"/>
                  </a:cubicBezTo>
                  <a:lnTo>
                    <a:pt x="1301" y="396"/>
                  </a:lnTo>
                  <a:cubicBezTo>
                    <a:pt x="1341" y="233"/>
                    <a:pt x="1240" y="50"/>
                    <a:pt x="1067" y="10"/>
                  </a:cubicBezTo>
                  <a:cubicBezTo>
                    <a:pt x="1042" y="4"/>
                    <a:pt x="1018" y="1"/>
                    <a:pt x="9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6067845" y="1205926"/>
              <a:ext cx="385344" cy="293522"/>
            </a:xfrm>
            <a:custGeom>
              <a:avLst/>
              <a:gdLst/>
              <a:ahLst/>
              <a:cxnLst/>
              <a:rect l="l" t="t" r="r" b="b"/>
              <a:pathLst>
                <a:path w="10907" h="8308" extrusionOk="0">
                  <a:moveTo>
                    <a:pt x="8988" y="641"/>
                  </a:moveTo>
                  <a:lnTo>
                    <a:pt x="8988" y="2875"/>
                  </a:lnTo>
                  <a:cubicBezTo>
                    <a:pt x="8988" y="3047"/>
                    <a:pt x="9140" y="3189"/>
                    <a:pt x="9313" y="3189"/>
                  </a:cubicBezTo>
                  <a:cubicBezTo>
                    <a:pt x="9841" y="3189"/>
                    <a:pt x="10267" y="3626"/>
                    <a:pt x="10267" y="4154"/>
                  </a:cubicBezTo>
                  <a:cubicBezTo>
                    <a:pt x="10267" y="4682"/>
                    <a:pt x="9841" y="5109"/>
                    <a:pt x="9313" y="5109"/>
                  </a:cubicBezTo>
                  <a:cubicBezTo>
                    <a:pt x="9140" y="5109"/>
                    <a:pt x="8988" y="5251"/>
                    <a:pt x="8988" y="5423"/>
                  </a:cubicBezTo>
                  <a:lnTo>
                    <a:pt x="8988" y="7668"/>
                  </a:lnTo>
                  <a:lnTo>
                    <a:pt x="7018" y="7668"/>
                  </a:lnTo>
                  <a:cubicBezTo>
                    <a:pt x="6876" y="6937"/>
                    <a:pt x="6226" y="6388"/>
                    <a:pt x="5454" y="6388"/>
                  </a:cubicBezTo>
                  <a:cubicBezTo>
                    <a:pt x="4682" y="6388"/>
                    <a:pt x="4042" y="6937"/>
                    <a:pt x="3890" y="7668"/>
                  </a:cubicBezTo>
                  <a:lnTo>
                    <a:pt x="1920" y="7668"/>
                  </a:lnTo>
                  <a:lnTo>
                    <a:pt x="1920" y="5423"/>
                  </a:lnTo>
                  <a:cubicBezTo>
                    <a:pt x="1920" y="5251"/>
                    <a:pt x="1778" y="5109"/>
                    <a:pt x="1605" y="5109"/>
                  </a:cubicBezTo>
                  <a:cubicBezTo>
                    <a:pt x="1077" y="5109"/>
                    <a:pt x="641" y="4682"/>
                    <a:pt x="641" y="4154"/>
                  </a:cubicBezTo>
                  <a:cubicBezTo>
                    <a:pt x="641" y="3626"/>
                    <a:pt x="1077" y="3189"/>
                    <a:pt x="1605" y="3189"/>
                  </a:cubicBezTo>
                  <a:cubicBezTo>
                    <a:pt x="1778" y="3189"/>
                    <a:pt x="1920" y="3047"/>
                    <a:pt x="1920" y="2875"/>
                  </a:cubicBezTo>
                  <a:lnTo>
                    <a:pt x="1920" y="641"/>
                  </a:lnTo>
                  <a:lnTo>
                    <a:pt x="3890" y="641"/>
                  </a:lnTo>
                  <a:cubicBezTo>
                    <a:pt x="4042" y="1362"/>
                    <a:pt x="4682" y="1910"/>
                    <a:pt x="5454" y="1910"/>
                  </a:cubicBezTo>
                  <a:cubicBezTo>
                    <a:pt x="6226" y="1910"/>
                    <a:pt x="6876" y="1362"/>
                    <a:pt x="7018" y="641"/>
                  </a:cubicBezTo>
                  <a:close/>
                  <a:moveTo>
                    <a:pt x="1605" y="1"/>
                  </a:moveTo>
                  <a:cubicBezTo>
                    <a:pt x="1422" y="1"/>
                    <a:pt x="1280" y="143"/>
                    <a:pt x="1280" y="316"/>
                  </a:cubicBezTo>
                  <a:lnTo>
                    <a:pt x="1280" y="2580"/>
                  </a:lnTo>
                  <a:cubicBezTo>
                    <a:pt x="549" y="2733"/>
                    <a:pt x="1" y="3383"/>
                    <a:pt x="1" y="4154"/>
                  </a:cubicBezTo>
                  <a:cubicBezTo>
                    <a:pt x="1" y="4926"/>
                    <a:pt x="549" y="5565"/>
                    <a:pt x="1280" y="5718"/>
                  </a:cubicBezTo>
                  <a:lnTo>
                    <a:pt x="1280" y="7982"/>
                  </a:lnTo>
                  <a:cubicBezTo>
                    <a:pt x="1280" y="8165"/>
                    <a:pt x="1422" y="8307"/>
                    <a:pt x="1605" y="8307"/>
                  </a:cubicBezTo>
                  <a:lnTo>
                    <a:pt x="4174" y="8307"/>
                  </a:lnTo>
                  <a:cubicBezTo>
                    <a:pt x="4357" y="8307"/>
                    <a:pt x="4499" y="8165"/>
                    <a:pt x="4499" y="7982"/>
                  </a:cubicBezTo>
                  <a:cubicBezTo>
                    <a:pt x="4499" y="7454"/>
                    <a:pt x="4926" y="7028"/>
                    <a:pt x="5454" y="7028"/>
                  </a:cubicBezTo>
                  <a:cubicBezTo>
                    <a:pt x="5982" y="7028"/>
                    <a:pt x="6418" y="7454"/>
                    <a:pt x="6418" y="7982"/>
                  </a:cubicBezTo>
                  <a:cubicBezTo>
                    <a:pt x="6418" y="8165"/>
                    <a:pt x="6560" y="8307"/>
                    <a:pt x="6733" y="8307"/>
                  </a:cubicBezTo>
                  <a:lnTo>
                    <a:pt x="9313" y="8307"/>
                  </a:lnTo>
                  <a:cubicBezTo>
                    <a:pt x="9485" y="8307"/>
                    <a:pt x="9627" y="8165"/>
                    <a:pt x="9627" y="7982"/>
                  </a:cubicBezTo>
                  <a:lnTo>
                    <a:pt x="9627" y="5718"/>
                  </a:lnTo>
                  <a:cubicBezTo>
                    <a:pt x="10358" y="5565"/>
                    <a:pt x="10907" y="4926"/>
                    <a:pt x="10907" y="4154"/>
                  </a:cubicBezTo>
                  <a:cubicBezTo>
                    <a:pt x="10907" y="3383"/>
                    <a:pt x="10358" y="2733"/>
                    <a:pt x="9627" y="2580"/>
                  </a:cubicBezTo>
                  <a:lnTo>
                    <a:pt x="9627" y="316"/>
                  </a:lnTo>
                  <a:cubicBezTo>
                    <a:pt x="9627" y="143"/>
                    <a:pt x="9485" y="1"/>
                    <a:pt x="9313" y="1"/>
                  </a:cubicBezTo>
                  <a:lnTo>
                    <a:pt x="6733" y="1"/>
                  </a:lnTo>
                  <a:cubicBezTo>
                    <a:pt x="6560" y="1"/>
                    <a:pt x="6418" y="143"/>
                    <a:pt x="6418" y="316"/>
                  </a:cubicBezTo>
                  <a:cubicBezTo>
                    <a:pt x="6418" y="844"/>
                    <a:pt x="5982" y="1271"/>
                    <a:pt x="5454" y="1271"/>
                  </a:cubicBezTo>
                  <a:cubicBezTo>
                    <a:pt x="4926" y="1271"/>
                    <a:pt x="4499" y="844"/>
                    <a:pt x="4499" y="316"/>
                  </a:cubicBezTo>
                  <a:cubicBezTo>
                    <a:pt x="4499" y="143"/>
                    <a:pt x="4357" y="1"/>
                    <a:pt x="4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40"/>
          <p:cNvGrpSpPr/>
          <p:nvPr/>
        </p:nvGrpSpPr>
        <p:grpSpPr>
          <a:xfrm>
            <a:off x="1973673" y="1412977"/>
            <a:ext cx="385344" cy="385345"/>
            <a:chOff x="6743393" y="1160033"/>
            <a:chExt cx="385344" cy="385345"/>
          </a:xfrm>
        </p:grpSpPr>
        <p:sp>
          <p:nvSpPr>
            <p:cNvPr id="744" name="Google Shape;744;p40"/>
            <p:cNvSpPr/>
            <p:nvPr/>
          </p:nvSpPr>
          <p:spPr>
            <a:xfrm>
              <a:off x="6743393" y="1160033"/>
              <a:ext cx="385344" cy="112667"/>
            </a:xfrm>
            <a:custGeom>
              <a:avLst/>
              <a:gdLst/>
              <a:ahLst/>
              <a:cxnLst/>
              <a:rect l="l" t="t" r="r" b="b"/>
              <a:pathLst>
                <a:path w="10907" h="3189" extrusionOk="0">
                  <a:moveTo>
                    <a:pt x="9952" y="640"/>
                  </a:moveTo>
                  <a:cubicBezTo>
                    <a:pt x="10125" y="640"/>
                    <a:pt x="10267" y="782"/>
                    <a:pt x="10267" y="955"/>
                  </a:cubicBezTo>
                  <a:lnTo>
                    <a:pt x="10267" y="2234"/>
                  </a:lnTo>
                  <a:cubicBezTo>
                    <a:pt x="10267" y="2407"/>
                    <a:pt x="10125" y="2549"/>
                    <a:pt x="9952" y="2549"/>
                  </a:cubicBezTo>
                  <a:lnTo>
                    <a:pt x="956" y="2549"/>
                  </a:lnTo>
                  <a:cubicBezTo>
                    <a:pt x="782" y="2549"/>
                    <a:pt x="640" y="2407"/>
                    <a:pt x="640" y="2234"/>
                  </a:cubicBezTo>
                  <a:lnTo>
                    <a:pt x="640" y="955"/>
                  </a:lnTo>
                  <a:cubicBezTo>
                    <a:pt x="640" y="782"/>
                    <a:pt x="782" y="640"/>
                    <a:pt x="956" y="640"/>
                  </a:cubicBezTo>
                  <a:close/>
                  <a:moveTo>
                    <a:pt x="956" y="0"/>
                  </a:moveTo>
                  <a:cubicBezTo>
                    <a:pt x="427" y="0"/>
                    <a:pt x="1" y="426"/>
                    <a:pt x="1" y="955"/>
                  </a:cubicBezTo>
                  <a:lnTo>
                    <a:pt x="1" y="2234"/>
                  </a:lnTo>
                  <a:cubicBezTo>
                    <a:pt x="1" y="2762"/>
                    <a:pt x="427" y="3189"/>
                    <a:pt x="956" y="3189"/>
                  </a:cubicBezTo>
                  <a:lnTo>
                    <a:pt x="9952" y="3189"/>
                  </a:lnTo>
                  <a:cubicBezTo>
                    <a:pt x="10480" y="3189"/>
                    <a:pt x="10907" y="2762"/>
                    <a:pt x="10907" y="2234"/>
                  </a:cubicBezTo>
                  <a:lnTo>
                    <a:pt x="10907" y="955"/>
                  </a:lnTo>
                  <a:cubicBezTo>
                    <a:pt x="10907" y="426"/>
                    <a:pt x="10480" y="0"/>
                    <a:pt x="9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6788616" y="1204867"/>
              <a:ext cx="22611" cy="22647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315" y="1"/>
                  </a:moveTo>
                  <a:cubicBezTo>
                    <a:pt x="143" y="1"/>
                    <a:pt x="0" y="153"/>
                    <a:pt x="0" y="326"/>
                  </a:cubicBezTo>
                  <a:cubicBezTo>
                    <a:pt x="0" y="498"/>
                    <a:pt x="143" y="640"/>
                    <a:pt x="315" y="640"/>
                  </a:cubicBezTo>
                  <a:cubicBezTo>
                    <a:pt x="498" y="640"/>
                    <a:pt x="640" y="498"/>
                    <a:pt x="640" y="326"/>
                  </a:cubicBezTo>
                  <a:cubicBezTo>
                    <a:pt x="640" y="153"/>
                    <a:pt x="498" y="1"/>
                    <a:pt x="3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6833803" y="1204867"/>
              <a:ext cx="22647" cy="22647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315" y="1"/>
                  </a:moveTo>
                  <a:cubicBezTo>
                    <a:pt x="143" y="1"/>
                    <a:pt x="1" y="153"/>
                    <a:pt x="1" y="326"/>
                  </a:cubicBezTo>
                  <a:cubicBezTo>
                    <a:pt x="1" y="498"/>
                    <a:pt x="143" y="640"/>
                    <a:pt x="315" y="640"/>
                  </a:cubicBezTo>
                  <a:cubicBezTo>
                    <a:pt x="498" y="640"/>
                    <a:pt x="640" y="498"/>
                    <a:pt x="640" y="326"/>
                  </a:cubicBezTo>
                  <a:cubicBezTo>
                    <a:pt x="640" y="153"/>
                    <a:pt x="498" y="1"/>
                    <a:pt x="3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6879025" y="1204867"/>
              <a:ext cx="22258" cy="22647"/>
            </a:xfrm>
            <a:custGeom>
              <a:avLst/>
              <a:gdLst/>
              <a:ahLst/>
              <a:cxnLst/>
              <a:rect l="l" t="t" r="r" b="b"/>
              <a:pathLst>
                <a:path w="630" h="641" extrusionOk="0">
                  <a:moveTo>
                    <a:pt x="315" y="1"/>
                  </a:moveTo>
                  <a:cubicBezTo>
                    <a:pt x="143" y="1"/>
                    <a:pt x="0" y="153"/>
                    <a:pt x="0" y="326"/>
                  </a:cubicBezTo>
                  <a:cubicBezTo>
                    <a:pt x="0" y="498"/>
                    <a:pt x="143" y="640"/>
                    <a:pt x="315" y="640"/>
                  </a:cubicBezTo>
                  <a:cubicBezTo>
                    <a:pt x="488" y="640"/>
                    <a:pt x="630" y="498"/>
                    <a:pt x="630" y="326"/>
                  </a:cubicBezTo>
                  <a:cubicBezTo>
                    <a:pt x="630" y="153"/>
                    <a:pt x="488" y="1"/>
                    <a:pt x="3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6970495" y="1204867"/>
              <a:ext cx="113056" cy="22647"/>
            </a:xfrm>
            <a:custGeom>
              <a:avLst/>
              <a:gdLst/>
              <a:ahLst/>
              <a:cxnLst/>
              <a:rect l="l" t="t" r="r" b="b"/>
              <a:pathLst>
                <a:path w="3200" h="641" extrusionOk="0">
                  <a:moveTo>
                    <a:pt x="325" y="1"/>
                  </a:moveTo>
                  <a:cubicBezTo>
                    <a:pt x="153" y="1"/>
                    <a:pt x="0" y="153"/>
                    <a:pt x="0" y="326"/>
                  </a:cubicBezTo>
                  <a:cubicBezTo>
                    <a:pt x="0" y="498"/>
                    <a:pt x="153" y="640"/>
                    <a:pt x="325" y="640"/>
                  </a:cubicBezTo>
                  <a:lnTo>
                    <a:pt x="2884" y="640"/>
                  </a:lnTo>
                  <a:cubicBezTo>
                    <a:pt x="3057" y="640"/>
                    <a:pt x="3200" y="498"/>
                    <a:pt x="3200" y="326"/>
                  </a:cubicBezTo>
                  <a:cubicBezTo>
                    <a:pt x="3200" y="153"/>
                    <a:pt x="3057" y="1"/>
                    <a:pt x="28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6743393" y="1295983"/>
              <a:ext cx="385344" cy="113056"/>
            </a:xfrm>
            <a:custGeom>
              <a:avLst/>
              <a:gdLst/>
              <a:ahLst/>
              <a:cxnLst/>
              <a:rect l="l" t="t" r="r" b="b"/>
              <a:pathLst>
                <a:path w="10907" h="3200" extrusionOk="0">
                  <a:moveTo>
                    <a:pt x="9952" y="640"/>
                  </a:moveTo>
                  <a:cubicBezTo>
                    <a:pt x="10125" y="640"/>
                    <a:pt x="10267" y="782"/>
                    <a:pt x="10267" y="965"/>
                  </a:cubicBezTo>
                  <a:lnTo>
                    <a:pt x="10267" y="2245"/>
                  </a:lnTo>
                  <a:cubicBezTo>
                    <a:pt x="10267" y="2418"/>
                    <a:pt x="10125" y="2560"/>
                    <a:pt x="9952" y="2560"/>
                  </a:cubicBezTo>
                  <a:lnTo>
                    <a:pt x="956" y="2560"/>
                  </a:lnTo>
                  <a:cubicBezTo>
                    <a:pt x="782" y="2560"/>
                    <a:pt x="640" y="2418"/>
                    <a:pt x="640" y="2245"/>
                  </a:cubicBezTo>
                  <a:lnTo>
                    <a:pt x="640" y="965"/>
                  </a:lnTo>
                  <a:cubicBezTo>
                    <a:pt x="640" y="782"/>
                    <a:pt x="782" y="640"/>
                    <a:pt x="956" y="640"/>
                  </a:cubicBezTo>
                  <a:close/>
                  <a:moveTo>
                    <a:pt x="956" y="1"/>
                  </a:moveTo>
                  <a:cubicBezTo>
                    <a:pt x="427" y="1"/>
                    <a:pt x="1" y="437"/>
                    <a:pt x="1" y="965"/>
                  </a:cubicBezTo>
                  <a:lnTo>
                    <a:pt x="1" y="2245"/>
                  </a:lnTo>
                  <a:cubicBezTo>
                    <a:pt x="1" y="2773"/>
                    <a:pt x="427" y="3199"/>
                    <a:pt x="956" y="3199"/>
                  </a:cubicBezTo>
                  <a:lnTo>
                    <a:pt x="9952" y="3199"/>
                  </a:lnTo>
                  <a:cubicBezTo>
                    <a:pt x="10480" y="3199"/>
                    <a:pt x="10907" y="2773"/>
                    <a:pt x="10907" y="2245"/>
                  </a:cubicBezTo>
                  <a:lnTo>
                    <a:pt x="10907" y="965"/>
                  </a:lnTo>
                  <a:cubicBezTo>
                    <a:pt x="10907" y="437"/>
                    <a:pt x="10480" y="1"/>
                    <a:pt x="99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6788616" y="1341206"/>
              <a:ext cx="22611" cy="22611"/>
            </a:xfrm>
            <a:custGeom>
              <a:avLst/>
              <a:gdLst/>
              <a:ahLst/>
              <a:cxnLst/>
              <a:rect l="l" t="t" r="r" b="b"/>
              <a:pathLst>
                <a:path w="640" h="640" extrusionOk="0">
                  <a:moveTo>
                    <a:pt x="315" y="0"/>
                  </a:moveTo>
                  <a:cubicBezTo>
                    <a:pt x="143" y="0"/>
                    <a:pt x="0" y="143"/>
                    <a:pt x="0" y="325"/>
                  </a:cubicBezTo>
                  <a:cubicBezTo>
                    <a:pt x="0" y="498"/>
                    <a:pt x="143" y="640"/>
                    <a:pt x="315" y="640"/>
                  </a:cubicBezTo>
                  <a:cubicBezTo>
                    <a:pt x="498" y="640"/>
                    <a:pt x="640" y="498"/>
                    <a:pt x="640" y="325"/>
                  </a:cubicBezTo>
                  <a:cubicBezTo>
                    <a:pt x="640" y="143"/>
                    <a:pt x="498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6833803" y="1341206"/>
              <a:ext cx="22647" cy="22611"/>
            </a:xfrm>
            <a:custGeom>
              <a:avLst/>
              <a:gdLst/>
              <a:ahLst/>
              <a:cxnLst/>
              <a:rect l="l" t="t" r="r" b="b"/>
              <a:pathLst>
                <a:path w="641" h="640" extrusionOk="0">
                  <a:moveTo>
                    <a:pt x="315" y="0"/>
                  </a:moveTo>
                  <a:cubicBezTo>
                    <a:pt x="143" y="0"/>
                    <a:pt x="1" y="143"/>
                    <a:pt x="1" y="325"/>
                  </a:cubicBezTo>
                  <a:cubicBezTo>
                    <a:pt x="1" y="498"/>
                    <a:pt x="143" y="640"/>
                    <a:pt x="315" y="640"/>
                  </a:cubicBezTo>
                  <a:cubicBezTo>
                    <a:pt x="498" y="640"/>
                    <a:pt x="640" y="498"/>
                    <a:pt x="640" y="325"/>
                  </a:cubicBezTo>
                  <a:cubicBezTo>
                    <a:pt x="640" y="143"/>
                    <a:pt x="498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0"/>
            <p:cNvSpPr/>
            <p:nvPr/>
          </p:nvSpPr>
          <p:spPr>
            <a:xfrm>
              <a:off x="6879025" y="1341206"/>
              <a:ext cx="22258" cy="22611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5" y="0"/>
                  </a:moveTo>
                  <a:cubicBezTo>
                    <a:pt x="143" y="0"/>
                    <a:pt x="0" y="143"/>
                    <a:pt x="0" y="325"/>
                  </a:cubicBezTo>
                  <a:cubicBezTo>
                    <a:pt x="0" y="498"/>
                    <a:pt x="143" y="640"/>
                    <a:pt x="315" y="640"/>
                  </a:cubicBezTo>
                  <a:cubicBezTo>
                    <a:pt x="488" y="640"/>
                    <a:pt x="630" y="498"/>
                    <a:pt x="630" y="325"/>
                  </a:cubicBezTo>
                  <a:cubicBezTo>
                    <a:pt x="630" y="143"/>
                    <a:pt x="488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6970495" y="1341206"/>
              <a:ext cx="113056" cy="22611"/>
            </a:xfrm>
            <a:custGeom>
              <a:avLst/>
              <a:gdLst/>
              <a:ahLst/>
              <a:cxnLst/>
              <a:rect l="l" t="t" r="r" b="b"/>
              <a:pathLst>
                <a:path w="3200" h="640" extrusionOk="0">
                  <a:moveTo>
                    <a:pt x="325" y="0"/>
                  </a:moveTo>
                  <a:cubicBezTo>
                    <a:pt x="153" y="0"/>
                    <a:pt x="0" y="143"/>
                    <a:pt x="0" y="325"/>
                  </a:cubicBezTo>
                  <a:cubicBezTo>
                    <a:pt x="0" y="498"/>
                    <a:pt x="153" y="640"/>
                    <a:pt x="325" y="640"/>
                  </a:cubicBezTo>
                  <a:lnTo>
                    <a:pt x="2884" y="640"/>
                  </a:lnTo>
                  <a:cubicBezTo>
                    <a:pt x="3057" y="640"/>
                    <a:pt x="3200" y="498"/>
                    <a:pt x="3200" y="325"/>
                  </a:cubicBezTo>
                  <a:cubicBezTo>
                    <a:pt x="3200" y="143"/>
                    <a:pt x="3057" y="0"/>
                    <a:pt x="2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6743393" y="1432322"/>
              <a:ext cx="385344" cy="113056"/>
            </a:xfrm>
            <a:custGeom>
              <a:avLst/>
              <a:gdLst/>
              <a:ahLst/>
              <a:cxnLst/>
              <a:rect l="l" t="t" r="r" b="b"/>
              <a:pathLst>
                <a:path w="10907" h="3200" extrusionOk="0">
                  <a:moveTo>
                    <a:pt x="9952" y="640"/>
                  </a:moveTo>
                  <a:cubicBezTo>
                    <a:pt x="10125" y="640"/>
                    <a:pt x="10267" y="782"/>
                    <a:pt x="10267" y="955"/>
                  </a:cubicBezTo>
                  <a:lnTo>
                    <a:pt x="10267" y="2235"/>
                  </a:lnTo>
                  <a:cubicBezTo>
                    <a:pt x="10267" y="2418"/>
                    <a:pt x="10125" y="2560"/>
                    <a:pt x="9952" y="2560"/>
                  </a:cubicBezTo>
                  <a:lnTo>
                    <a:pt x="956" y="2560"/>
                  </a:lnTo>
                  <a:cubicBezTo>
                    <a:pt x="782" y="2560"/>
                    <a:pt x="640" y="2418"/>
                    <a:pt x="640" y="2235"/>
                  </a:cubicBezTo>
                  <a:lnTo>
                    <a:pt x="640" y="955"/>
                  </a:lnTo>
                  <a:cubicBezTo>
                    <a:pt x="640" y="782"/>
                    <a:pt x="782" y="640"/>
                    <a:pt x="956" y="640"/>
                  </a:cubicBezTo>
                  <a:close/>
                  <a:moveTo>
                    <a:pt x="956" y="1"/>
                  </a:moveTo>
                  <a:cubicBezTo>
                    <a:pt x="427" y="1"/>
                    <a:pt x="1" y="427"/>
                    <a:pt x="1" y="955"/>
                  </a:cubicBezTo>
                  <a:lnTo>
                    <a:pt x="1" y="2235"/>
                  </a:lnTo>
                  <a:cubicBezTo>
                    <a:pt x="1" y="2763"/>
                    <a:pt x="427" y="3199"/>
                    <a:pt x="956" y="3199"/>
                  </a:cubicBezTo>
                  <a:lnTo>
                    <a:pt x="9952" y="3199"/>
                  </a:lnTo>
                  <a:cubicBezTo>
                    <a:pt x="10480" y="3199"/>
                    <a:pt x="10907" y="2763"/>
                    <a:pt x="10907" y="2235"/>
                  </a:cubicBezTo>
                  <a:lnTo>
                    <a:pt x="10907" y="955"/>
                  </a:lnTo>
                  <a:cubicBezTo>
                    <a:pt x="10907" y="427"/>
                    <a:pt x="10480" y="1"/>
                    <a:pt x="99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6788616" y="1477545"/>
              <a:ext cx="22611" cy="22611"/>
            </a:xfrm>
            <a:custGeom>
              <a:avLst/>
              <a:gdLst/>
              <a:ahLst/>
              <a:cxnLst/>
              <a:rect l="l" t="t" r="r" b="b"/>
              <a:pathLst>
                <a:path w="640" h="640" extrusionOk="0">
                  <a:moveTo>
                    <a:pt x="315" y="0"/>
                  </a:moveTo>
                  <a:cubicBezTo>
                    <a:pt x="143" y="0"/>
                    <a:pt x="0" y="142"/>
                    <a:pt x="0" y="315"/>
                  </a:cubicBezTo>
                  <a:cubicBezTo>
                    <a:pt x="0" y="497"/>
                    <a:pt x="143" y="640"/>
                    <a:pt x="315" y="640"/>
                  </a:cubicBezTo>
                  <a:cubicBezTo>
                    <a:pt x="498" y="640"/>
                    <a:pt x="640" y="497"/>
                    <a:pt x="640" y="315"/>
                  </a:cubicBezTo>
                  <a:cubicBezTo>
                    <a:pt x="640" y="142"/>
                    <a:pt x="498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6833803" y="1477545"/>
              <a:ext cx="22647" cy="22611"/>
            </a:xfrm>
            <a:custGeom>
              <a:avLst/>
              <a:gdLst/>
              <a:ahLst/>
              <a:cxnLst/>
              <a:rect l="l" t="t" r="r" b="b"/>
              <a:pathLst>
                <a:path w="641" h="640" extrusionOk="0">
                  <a:moveTo>
                    <a:pt x="315" y="0"/>
                  </a:moveTo>
                  <a:cubicBezTo>
                    <a:pt x="143" y="0"/>
                    <a:pt x="1" y="142"/>
                    <a:pt x="1" y="315"/>
                  </a:cubicBezTo>
                  <a:cubicBezTo>
                    <a:pt x="1" y="497"/>
                    <a:pt x="143" y="640"/>
                    <a:pt x="315" y="640"/>
                  </a:cubicBezTo>
                  <a:cubicBezTo>
                    <a:pt x="498" y="640"/>
                    <a:pt x="640" y="497"/>
                    <a:pt x="640" y="315"/>
                  </a:cubicBezTo>
                  <a:cubicBezTo>
                    <a:pt x="640" y="142"/>
                    <a:pt x="498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6879025" y="1477545"/>
              <a:ext cx="22258" cy="22611"/>
            </a:xfrm>
            <a:custGeom>
              <a:avLst/>
              <a:gdLst/>
              <a:ahLst/>
              <a:cxnLst/>
              <a:rect l="l" t="t" r="r" b="b"/>
              <a:pathLst>
                <a:path w="630" h="640" extrusionOk="0">
                  <a:moveTo>
                    <a:pt x="315" y="0"/>
                  </a:moveTo>
                  <a:cubicBezTo>
                    <a:pt x="143" y="0"/>
                    <a:pt x="0" y="142"/>
                    <a:pt x="0" y="315"/>
                  </a:cubicBezTo>
                  <a:cubicBezTo>
                    <a:pt x="0" y="497"/>
                    <a:pt x="143" y="640"/>
                    <a:pt x="315" y="640"/>
                  </a:cubicBezTo>
                  <a:cubicBezTo>
                    <a:pt x="488" y="640"/>
                    <a:pt x="630" y="497"/>
                    <a:pt x="630" y="315"/>
                  </a:cubicBezTo>
                  <a:cubicBezTo>
                    <a:pt x="630" y="142"/>
                    <a:pt x="488" y="0"/>
                    <a:pt x="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6970495" y="1477545"/>
              <a:ext cx="113056" cy="22611"/>
            </a:xfrm>
            <a:custGeom>
              <a:avLst/>
              <a:gdLst/>
              <a:ahLst/>
              <a:cxnLst/>
              <a:rect l="l" t="t" r="r" b="b"/>
              <a:pathLst>
                <a:path w="3200" h="640" extrusionOk="0">
                  <a:moveTo>
                    <a:pt x="325" y="0"/>
                  </a:moveTo>
                  <a:cubicBezTo>
                    <a:pt x="153" y="0"/>
                    <a:pt x="0" y="142"/>
                    <a:pt x="0" y="315"/>
                  </a:cubicBezTo>
                  <a:cubicBezTo>
                    <a:pt x="0" y="497"/>
                    <a:pt x="153" y="640"/>
                    <a:pt x="325" y="640"/>
                  </a:cubicBezTo>
                  <a:lnTo>
                    <a:pt x="2884" y="640"/>
                  </a:lnTo>
                  <a:cubicBezTo>
                    <a:pt x="3057" y="640"/>
                    <a:pt x="3200" y="497"/>
                    <a:pt x="3200" y="315"/>
                  </a:cubicBezTo>
                  <a:cubicBezTo>
                    <a:pt x="3200" y="142"/>
                    <a:pt x="3057" y="0"/>
                    <a:pt x="28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40"/>
          <p:cNvGrpSpPr/>
          <p:nvPr/>
        </p:nvGrpSpPr>
        <p:grpSpPr>
          <a:xfrm>
            <a:off x="1973681" y="2324055"/>
            <a:ext cx="385344" cy="338709"/>
            <a:chOff x="7418941" y="1183351"/>
            <a:chExt cx="385344" cy="338709"/>
          </a:xfrm>
        </p:grpSpPr>
        <p:sp>
          <p:nvSpPr>
            <p:cNvPr id="760" name="Google Shape;760;p40"/>
            <p:cNvSpPr/>
            <p:nvPr/>
          </p:nvSpPr>
          <p:spPr>
            <a:xfrm>
              <a:off x="7418941" y="1205609"/>
              <a:ext cx="385344" cy="316451"/>
            </a:xfrm>
            <a:custGeom>
              <a:avLst/>
              <a:gdLst/>
              <a:ahLst/>
              <a:cxnLst/>
              <a:rect l="l" t="t" r="r" b="b"/>
              <a:pathLst>
                <a:path w="10907" h="8957" extrusionOk="0">
                  <a:moveTo>
                    <a:pt x="9942" y="5118"/>
                  </a:moveTo>
                  <a:cubicBezTo>
                    <a:pt x="10125" y="5118"/>
                    <a:pt x="10267" y="5260"/>
                    <a:pt x="10267" y="5432"/>
                  </a:cubicBezTo>
                  <a:lnTo>
                    <a:pt x="10267" y="7352"/>
                  </a:lnTo>
                  <a:cubicBezTo>
                    <a:pt x="10267" y="7535"/>
                    <a:pt x="10125" y="7677"/>
                    <a:pt x="9942" y="7677"/>
                  </a:cubicBezTo>
                  <a:lnTo>
                    <a:pt x="955" y="7677"/>
                  </a:lnTo>
                  <a:cubicBezTo>
                    <a:pt x="783" y="7677"/>
                    <a:pt x="641" y="7535"/>
                    <a:pt x="641" y="7352"/>
                  </a:cubicBezTo>
                  <a:lnTo>
                    <a:pt x="641" y="5432"/>
                  </a:lnTo>
                  <a:cubicBezTo>
                    <a:pt x="641" y="5260"/>
                    <a:pt x="783" y="5118"/>
                    <a:pt x="955" y="5118"/>
                  </a:cubicBezTo>
                  <a:close/>
                  <a:moveTo>
                    <a:pt x="955" y="0"/>
                  </a:moveTo>
                  <a:cubicBezTo>
                    <a:pt x="783" y="0"/>
                    <a:pt x="641" y="152"/>
                    <a:pt x="641" y="325"/>
                  </a:cubicBezTo>
                  <a:lnTo>
                    <a:pt x="641" y="4529"/>
                  </a:lnTo>
                  <a:cubicBezTo>
                    <a:pt x="265" y="4661"/>
                    <a:pt x="1" y="5016"/>
                    <a:pt x="1" y="5432"/>
                  </a:cubicBezTo>
                  <a:lnTo>
                    <a:pt x="1" y="7352"/>
                  </a:lnTo>
                  <a:cubicBezTo>
                    <a:pt x="1" y="7768"/>
                    <a:pt x="265" y="8124"/>
                    <a:pt x="641" y="8255"/>
                  </a:cubicBezTo>
                  <a:lnTo>
                    <a:pt x="641" y="8631"/>
                  </a:lnTo>
                  <a:cubicBezTo>
                    <a:pt x="641" y="8804"/>
                    <a:pt x="783" y="8956"/>
                    <a:pt x="955" y="8956"/>
                  </a:cubicBezTo>
                  <a:cubicBezTo>
                    <a:pt x="1128" y="8956"/>
                    <a:pt x="1280" y="8804"/>
                    <a:pt x="1280" y="8631"/>
                  </a:cubicBezTo>
                  <a:lnTo>
                    <a:pt x="1280" y="8316"/>
                  </a:lnTo>
                  <a:lnTo>
                    <a:pt x="9627" y="8316"/>
                  </a:lnTo>
                  <a:lnTo>
                    <a:pt x="9627" y="8631"/>
                  </a:lnTo>
                  <a:cubicBezTo>
                    <a:pt x="9627" y="8804"/>
                    <a:pt x="9769" y="8956"/>
                    <a:pt x="9942" y="8956"/>
                  </a:cubicBezTo>
                  <a:cubicBezTo>
                    <a:pt x="10125" y="8956"/>
                    <a:pt x="10267" y="8804"/>
                    <a:pt x="10267" y="8631"/>
                  </a:cubicBezTo>
                  <a:lnTo>
                    <a:pt x="10267" y="8255"/>
                  </a:lnTo>
                  <a:cubicBezTo>
                    <a:pt x="10633" y="8124"/>
                    <a:pt x="10907" y="7768"/>
                    <a:pt x="10907" y="7352"/>
                  </a:cubicBezTo>
                  <a:lnTo>
                    <a:pt x="10907" y="5432"/>
                  </a:lnTo>
                  <a:cubicBezTo>
                    <a:pt x="10907" y="5016"/>
                    <a:pt x="10633" y="4661"/>
                    <a:pt x="10267" y="4529"/>
                  </a:cubicBezTo>
                  <a:lnTo>
                    <a:pt x="10267" y="325"/>
                  </a:lnTo>
                  <a:cubicBezTo>
                    <a:pt x="10267" y="152"/>
                    <a:pt x="10125" y="0"/>
                    <a:pt x="9942" y="0"/>
                  </a:cubicBezTo>
                  <a:cubicBezTo>
                    <a:pt x="9769" y="0"/>
                    <a:pt x="9627" y="152"/>
                    <a:pt x="9627" y="325"/>
                  </a:cubicBezTo>
                  <a:lnTo>
                    <a:pt x="9627" y="4478"/>
                  </a:lnTo>
                  <a:lnTo>
                    <a:pt x="1280" y="4478"/>
                  </a:lnTo>
                  <a:lnTo>
                    <a:pt x="1280" y="325"/>
                  </a:lnTo>
                  <a:cubicBezTo>
                    <a:pt x="1280" y="152"/>
                    <a:pt x="1128" y="0"/>
                    <a:pt x="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7464871" y="1409004"/>
              <a:ext cx="22647" cy="22647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316" y="0"/>
                  </a:moveTo>
                  <a:cubicBezTo>
                    <a:pt x="143" y="0"/>
                    <a:pt x="0" y="142"/>
                    <a:pt x="0" y="315"/>
                  </a:cubicBezTo>
                  <a:cubicBezTo>
                    <a:pt x="0" y="498"/>
                    <a:pt x="143" y="640"/>
                    <a:pt x="316" y="640"/>
                  </a:cubicBezTo>
                  <a:cubicBezTo>
                    <a:pt x="488" y="640"/>
                    <a:pt x="641" y="498"/>
                    <a:pt x="641" y="315"/>
                  </a:cubicBezTo>
                  <a:cubicBezTo>
                    <a:pt x="641" y="142"/>
                    <a:pt x="488" y="0"/>
                    <a:pt x="3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7509740" y="1409004"/>
              <a:ext cx="22611" cy="22647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325" y="0"/>
                  </a:moveTo>
                  <a:cubicBezTo>
                    <a:pt x="152" y="0"/>
                    <a:pt x="0" y="142"/>
                    <a:pt x="0" y="315"/>
                  </a:cubicBezTo>
                  <a:cubicBezTo>
                    <a:pt x="0" y="498"/>
                    <a:pt x="152" y="640"/>
                    <a:pt x="325" y="640"/>
                  </a:cubicBezTo>
                  <a:cubicBezTo>
                    <a:pt x="497" y="640"/>
                    <a:pt x="639" y="498"/>
                    <a:pt x="639" y="315"/>
                  </a:cubicBezTo>
                  <a:cubicBezTo>
                    <a:pt x="639" y="142"/>
                    <a:pt x="497" y="0"/>
                    <a:pt x="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7554927" y="1409004"/>
              <a:ext cx="22611" cy="22647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326" y="0"/>
                  </a:moveTo>
                  <a:cubicBezTo>
                    <a:pt x="143" y="0"/>
                    <a:pt x="1" y="142"/>
                    <a:pt x="1" y="315"/>
                  </a:cubicBezTo>
                  <a:cubicBezTo>
                    <a:pt x="1" y="498"/>
                    <a:pt x="143" y="640"/>
                    <a:pt x="326" y="640"/>
                  </a:cubicBezTo>
                  <a:cubicBezTo>
                    <a:pt x="498" y="640"/>
                    <a:pt x="640" y="498"/>
                    <a:pt x="640" y="315"/>
                  </a:cubicBezTo>
                  <a:cubicBezTo>
                    <a:pt x="640" y="142"/>
                    <a:pt x="498" y="0"/>
                    <a:pt x="3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7645337" y="1409004"/>
              <a:ext cx="113763" cy="22647"/>
            </a:xfrm>
            <a:custGeom>
              <a:avLst/>
              <a:gdLst/>
              <a:ahLst/>
              <a:cxnLst/>
              <a:rect l="l" t="t" r="r" b="b"/>
              <a:pathLst>
                <a:path w="3220" h="641" extrusionOk="0">
                  <a:moveTo>
                    <a:pt x="325" y="0"/>
                  </a:moveTo>
                  <a:cubicBezTo>
                    <a:pt x="143" y="0"/>
                    <a:pt x="1" y="142"/>
                    <a:pt x="1" y="315"/>
                  </a:cubicBezTo>
                  <a:cubicBezTo>
                    <a:pt x="1" y="498"/>
                    <a:pt x="143" y="640"/>
                    <a:pt x="325" y="640"/>
                  </a:cubicBezTo>
                  <a:lnTo>
                    <a:pt x="2894" y="640"/>
                  </a:lnTo>
                  <a:cubicBezTo>
                    <a:pt x="3077" y="640"/>
                    <a:pt x="3219" y="498"/>
                    <a:pt x="3219" y="315"/>
                  </a:cubicBezTo>
                  <a:cubicBezTo>
                    <a:pt x="3219" y="142"/>
                    <a:pt x="3077" y="0"/>
                    <a:pt x="2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7600150" y="1318594"/>
              <a:ext cx="22611" cy="22647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325" y="0"/>
                  </a:moveTo>
                  <a:cubicBezTo>
                    <a:pt x="142" y="0"/>
                    <a:pt x="0" y="142"/>
                    <a:pt x="0" y="325"/>
                  </a:cubicBezTo>
                  <a:cubicBezTo>
                    <a:pt x="0" y="498"/>
                    <a:pt x="142" y="640"/>
                    <a:pt x="325" y="640"/>
                  </a:cubicBezTo>
                  <a:cubicBezTo>
                    <a:pt x="497" y="640"/>
                    <a:pt x="639" y="498"/>
                    <a:pt x="639" y="325"/>
                  </a:cubicBezTo>
                  <a:cubicBezTo>
                    <a:pt x="639" y="142"/>
                    <a:pt x="497" y="0"/>
                    <a:pt x="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7503274" y="1183351"/>
              <a:ext cx="216361" cy="62110"/>
            </a:xfrm>
            <a:custGeom>
              <a:avLst/>
              <a:gdLst/>
              <a:ahLst/>
              <a:cxnLst/>
              <a:rect l="l" t="t" r="r" b="b"/>
              <a:pathLst>
                <a:path w="6124" h="1758" extrusionOk="0">
                  <a:moveTo>
                    <a:pt x="3067" y="0"/>
                  </a:moveTo>
                  <a:cubicBezTo>
                    <a:pt x="1950" y="0"/>
                    <a:pt x="914" y="427"/>
                    <a:pt x="122" y="1208"/>
                  </a:cubicBezTo>
                  <a:cubicBezTo>
                    <a:pt x="0" y="1341"/>
                    <a:pt x="0" y="1544"/>
                    <a:pt x="122" y="1666"/>
                  </a:cubicBezTo>
                  <a:cubicBezTo>
                    <a:pt x="188" y="1727"/>
                    <a:pt x="272" y="1757"/>
                    <a:pt x="354" y="1757"/>
                  </a:cubicBezTo>
                  <a:cubicBezTo>
                    <a:pt x="437" y="1757"/>
                    <a:pt x="518" y="1727"/>
                    <a:pt x="579" y="1666"/>
                  </a:cubicBezTo>
                  <a:cubicBezTo>
                    <a:pt x="1264" y="980"/>
                    <a:pt x="2163" y="637"/>
                    <a:pt x="3062" y="637"/>
                  </a:cubicBezTo>
                  <a:cubicBezTo>
                    <a:pt x="3960" y="637"/>
                    <a:pt x="4859" y="980"/>
                    <a:pt x="5545" y="1666"/>
                  </a:cubicBezTo>
                  <a:cubicBezTo>
                    <a:pt x="5611" y="1727"/>
                    <a:pt x="5694" y="1757"/>
                    <a:pt x="5777" y="1757"/>
                  </a:cubicBezTo>
                  <a:cubicBezTo>
                    <a:pt x="5859" y="1757"/>
                    <a:pt x="5940" y="1727"/>
                    <a:pt x="6001" y="1666"/>
                  </a:cubicBezTo>
                  <a:cubicBezTo>
                    <a:pt x="6123" y="1544"/>
                    <a:pt x="6123" y="1341"/>
                    <a:pt x="6001" y="1208"/>
                  </a:cubicBezTo>
                  <a:cubicBezTo>
                    <a:pt x="5220" y="427"/>
                    <a:pt x="4173" y="0"/>
                    <a:pt x="3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7535178" y="1228361"/>
              <a:ext cx="152520" cy="49003"/>
            </a:xfrm>
            <a:custGeom>
              <a:avLst/>
              <a:gdLst/>
              <a:ahLst/>
              <a:cxnLst/>
              <a:rect l="l" t="t" r="r" b="b"/>
              <a:pathLst>
                <a:path w="4317" h="1387" extrusionOk="0">
                  <a:moveTo>
                    <a:pt x="2159" y="1"/>
                  </a:moveTo>
                  <a:cubicBezTo>
                    <a:pt x="1423" y="1"/>
                    <a:pt x="686" y="280"/>
                    <a:pt x="123" y="839"/>
                  </a:cubicBezTo>
                  <a:cubicBezTo>
                    <a:pt x="1" y="970"/>
                    <a:pt x="1" y="1173"/>
                    <a:pt x="123" y="1295"/>
                  </a:cubicBezTo>
                  <a:cubicBezTo>
                    <a:pt x="189" y="1356"/>
                    <a:pt x="273" y="1387"/>
                    <a:pt x="355" y="1387"/>
                  </a:cubicBezTo>
                  <a:cubicBezTo>
                    <a:pt x="438" y="1387"/>
                    <a:pt x="519" y="1356"/>
                    <a:pt x="580" y="1295"/>
                  </a:cubicBezTo>
                  <a:cubicBezTo>
                    <a:pt x="1017" y="859"/>
                    <a:pt x="1590" y="640"/>
                    <a:pt x="2163" y="640"/>
                  </a:cubicBezTo>
                  <a:cubicBezTo>
                    <a:pt x="2735" y="640"/>
                    <a:pt x="3306" y="859"/>
                    <a:pt x="3738" y="1295"/>
                  </a:cubicBezTo>
                  <a:cubicBezTo>
                    <a:pt x="3804" y="1356"/>
                    <a:pt x="3888" y="1387"/>
                    <a:pt x="3970" y="1387"/>
                  </a:cubicBezTo>
                  <a:cubicBezTo>
                    <a:pt x="4053" y="1387"/>
                    <a:pt x="4134" y="1356"/>
                    <a:pt x="4195" y="1295"/>
                  </a:cubicBezTo>
                  <a:cubicBezTo>
                    <a:pt x="4317" y="1173"/>
                    <a:pt x="4317" y="970"/>
                    <a:pt x="4195" y="839"/>
                  </a:cubicBezTo>
                  <a:cubicBezTo>
                    <a:pt x="3631" y="280"/>
                    <a:pt x="2895" y="1"/>
                    <a:pt x="21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7567116" y="1273372"/>
              <a:ext cx="88643" cy="35931"/>
            </a:xfrm>
            <a:custGeom>
              <a:avLst/>
              <a:gdLst/>
              <a:ahLst/>
              <a:cxnLst/>
              <a:rect l="l" t="t" r="r" b="b"/>
              <a:pathLst>
                <a:path w="2509" h="1017" extrusionOk="0">
                  <a:moveTo>
                    <a:pt x="1260" y="1"/>
                  </a:moveTo>
                  <a:cubicBezTo>
                    <a:pt x="834" y="1"/>
                    <a:pt x="427" y="174"/>
                    <a:pt x="123" y="468"/>
                  </a:cubicBezTo>
                  <a:cubicBezTo>
                    <a:pt x="1" y="600"/>
                    <a:pt x="1" y="803"/>
                    <a:pt x="123" y="925"/>
                  </a:cubicBezTo>
                  <a:cubicBezTo>
                    <a:pt x="189" y="986"/>
                    <a:pt x="272" y="1017"/>
                    <a:pt x="355" y="1017"/>
                  </a:cubicBezTo>
                  <a:cubicBezTo>
                    <a:pt x="437" y="1017"/>
                    <a:pt x="518" y="986"/>
                    <a:pt x="579" y="925"/>
                  </a:cubicBezTo>
                  <a:cubicBezTo>
                    <a:pt x="762" y="743"/>
                    <a:pt x="996" y="641"/>
                    <a:pt x="1260" y="641"/>
                  </a:cubicBezTo>
                  <a:cubicBezTo>
                    <a:pt x="1513" y="641"/>
                    <a:pt x="1757" y="743"/>
                    <a:pt x="1930" y="925"/>
                  </a:cubicBezTo>
                  <a:cubicBezTo>
                    <a:pt x="1996" y="986"/>
                    <a:pt x="2080" y="1017"/>
                    <a:pt x="2162" y="1017"/>
                  </a:cubicBezTo>
                  <a:cubicBezTo>
                    <a:pt x="2245" y="1017"/>
                    <a:pt x="2326" y="986"/>
                    <a:pt x="2387" y="925"/>
                  </a:cubicBezTo>
                  <a:cubicBezTo>
                    <a:pt x="2509" y="803"/>
                    <a:pt x="2509" y="600"/>
                    <a:pt x="2387" y="468"/>
                  </a:cubicBezTo>
                  <a:cubicBezTo>
                    <a:pt x="2082" y="174"/>
                    <a:pt x="1687" y="1"/>
                    <a:pt x="1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976;p49">
            <a:extLst>
              <a:ext uri="{FF2B5EF4-FFF2-40B4-BE49-F238E27FC236}">
                <a16:creationId xmlns:a16="http://schemas.microsoft.com/office/drawing/2014/main" id="{1F3F67A0-5457-95B4-B70D-C89AEAE24090}"/>
              </a:ext>
            </a:extLst>
          </p:cNvPr>
          <p:cNvSpPr/>
          <p:nvPr/>
        </p:nvSpPr>
        <p:spPr>
          <a:xfrm>
            <a:off x="1591477" y="4023856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11" name="Google Shape;977;p49">
            <a:extLst>
              <a:ext uri="{FF2B5EF4-FFF2-40B4-BE49-F238E27FC236}">
                <a16:creationId xmlns:a16="http://schemas.microsoft.com/office/drawing/2014/main" id="{1F741891-F513-9A99-5646-2B5BE0E09613}"/>
              </a:ext>
            </a:extLst>
          </p:cNvPr>
          <p:cNvSpPr/>
          <p:nvPr/>
        </p:nvSpPr>
        <p:spPr>
          <a:xfrm flipH="1">
            <a:off x="2559552" y="4023856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grpSp>
        <p:nvGrpSpPr>
          <p:cNvPr id="12" name="Google Shape;993;p49">
            <a:extLst>
              <a:ext uri="{FF2B5EF4-FFF2-40B4-BE49-F238E27FC236}">
                <a16:creationId xmlns:a16="http://schemas.microsoft.com/office/drawing/2014/main" id="{B1706D9F-9AC3-C9F2-9ED7-EE19C3B1F394}"/>
              </a:ext>
            </a:extLst>
          </p:cNvPr>
          <p:cNvGrpSpPr/>
          <p:nvPr/>
        </p:nvGrpSpPr>
        <p:grpSpPr>
          <a:xfrm>
            <a:off x="1981344" y="4030988"/>
            <a:ext cx="385344" cy="203112"/>
            <a:chOff x="6067845" y="2023183"/>
            <a:chExt cx="385344" cy="203112"/>
          </a:xfrm>
        </p:grpSpPr>
        <p:sp>
          <p:nvSpPr>
            <p:cNvPr id="13" name="Google Shape;994;p49">
              <a:extLst>
                <a:ext uri="{FF2B5EF4-FFF2-40B4-BE49-F238E27FC236}">
                  <a16:creationId xmlns:a16="http://schemas.microsoft.com/office/drawing/2014/main" id="{2AD3872C-41BB-EC21-99D9-D930A34BE58D}"/>
                </a:ext>
              </a:extLst>
            </p:cNvPr>
            <p:cNvSpPr/>
            <p:nvPr/>
          </p:nvSpPr>
          <p:spPr>
            <a:xfrm>
              <a:off x="6111972" y="2090735"/>
              <a:ext cx="47413" cy="67763"/>
            </a:xfrm>
            <a:custGeom>
              <a:avLst/>
              <a:gdLst/>
              <a:ahLst/>
              <a:cxnLst/>
              <a:rect l="l" t="t" r="r" b="b"/>
              <a:pathLst>
                <a:path w="1342" h="1918" extrusionOk="0">
                  <a:moveTo>
                    <a:pt x="991" y="1"/>
                  </a:moveTo>
                  <a:cubicBezTo>
                    <a:pt x="910" y="1"/>
                    <a:pt x="828" y="34"/>
                    <a:pt x="762" y="100"/>
                  </a:cubicBezTo>
                  <a:lnTo>
                    <a:pt x="123" y="740"/>
                  </a:lnTo>
                  <a:cubicBezTo>
                    <a:pt x="1" y="862"/>
                    <a:pt x="1" y="1065"/>
                    <a:pt x="123" y="1186"/>
                  </a:cubicBezTo>
                  <a:lnTo>
                    <a:pt x="762" y="1826"/>
                  </a:lnTo>
                  <a:cubicBezTo>
                    <a:pt x="828" y="1887"/>
                    <a:pt x="910" y="1917"/>
                    <a:pt x="991" y="1917"/>
                  </a:cubicBezTo>
                  <a:cubicBezTo>
                    <a:pt x="1072" y="1917"/>
                    <a:pt x="1153" y="1887"/>
                    <a:pt x="1219" y="1826"/>
                  </a:cubicBezTo>
                  <a:cubicBezTo>
                    <a:pt x="1341" y="1704"/>
                    <a:pt x="1341" y="1501"/>
                    <a:pt x="1219" y="1379"/>
                  </a:cubicBezTo>
                  <a:lnTo>
                    <a:pt x="803" y="963"/>
                  </a:lnTo>
                  <a:lnTo>
                    <a:pt x="1219" y="546"/>
                  </a:lnTo>
                  <a:cubicBezTo>
                    <a:pt x="1341" y="424"/>
                    <a:pt x="1341" y="221"/>
                    <a:pt x="1219" y="100"/>
                  </a:cubicBezTo>
                  <a:cubicBezTo>
                    <a:pt x="1153" y="34"/>
                    <a:pt x="1072" y="1"/>
                    <a:pt x="9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5;p49">
              <a:extLst>
                <a:ext uri="{FF2B5EF4-FFF2-40B4-BE49-F238E27FC236}">
                  <a16:creationId xmlns:a16="http://schemas.microsoft.com/office/drawing/2014/main" id="{213AEE5B-927C-0D65-CC23-2F4EA8C750B6}"/>
                </a:ext>
              </a:extLst>
            </p:cNvPr>
            <p:cNvSpPr/>
            <p:nvPr/>
          </p:nvSpPr>
          <p:spPr>
            <a:xfrm>
              <a:off x="6224993" y="2090735"/>
              <a:ext cx="47378" cy="67763"/>
            </a:xfrm>
            <a:custGeom>
              <a:avLst/>
              <a:gdLst/>
              <a:ahLst/>
              <a:cxnLst/>
              <a:rect l="l" t="t" r="r" b="b"/>
              <a:pathLst>
                <a:path w="1341" h="1918" extrusionOk="0">
                  <a:moveTo>
                    <a:pt x="347" y="1"/>
                  </a:moveTo>
                  <a:cubicBezTo>
                    <a:pt x="264" y="1"/>
                    <a:pt x="183" y="34"/>
                    <a:pt x="122" y="100"/>
                  </a:cubicBezTo>
                  <a:cubicBezTo>
                    <a:pt x="0" y="221"/>
                    <a:pt x="0" y="424"/>
                    <a:pt x="122" y="546"/>
                  </a:cubicBezTo>
                  <a:lnTo>
                    <a:pt x="539" y="963"/>
                  </a:lnTo>
                  <a:lnTo>
                    <a:pt x="122" y="1379"/>
                  </a:lnTo>
                  <a:cubicBezTo>
                    <a:pt x="0" y="1501"/>
                    <a:pt x="0" y="1704"/>
                    <a:pt x="122" y="1826"/>
                  </a:cubicBezTo>
                  <a:cubicBezTo>
                    <a:pt x="183" y="1887"/>
                    <a:pt x="264" y="1917"/>
                    <a:pt x="347" y="1917"/>
                  </a:cubicBezTo>
                  <a:cubicBezTo>
                    <a:pt x="429" y="1917"/>
                    <a:pt x="513" y="1887"/>
                    <a:pt x="579" y="1826"/>
                  </a:cubicBezTo>
                  <a:lnTo>
                    <a:pt x="1209" y="1186"/>
                  </a:lnTo>
                  <a:cubicBezTo>
                    <a:pt x="1341" y="1065"/>
                    <a:pt x="1341" y="862"/>
                    <a:pt x="1209" y="740"/>
                  </a:cubicBezTo>
                  <a:lnTo>
                    <a:pt x="579" y="100"/>
                  </a:lnTo>
                  <a:cubicBezTo>
                    <a:pt x="513" y="34"/>
                    <a:pt x="429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6;p49">
              <a:extLst>
                <a:ext uri="{FF2B5EF4-FFF2-40B4-BE49-F238E27FC236}">
                  <a16:creationId xmlns:a16="http://schemas.microsoft.com/office/drawing/2014/main" id="{7006D3EE-9303-9589-FF6D-85398890D339}"/>
                </a:ext>
              </a:extLst>
            </p:cNvPr>
            <p:cNvSpPr/>
            <p:nvPr/>
          </p:nvSpPr>
          <p:spPr>
            <a:xfrm>
              <a:off x="6168288" y="2068335"/>
              <a:ext cx="47766" cy="112844"/>
            </a:xfrm>
            <a:custGeom>
              <a:avLst/>
              <a:gdLst/>
              <a:ahLst/>
              <a:cxnLst/>
              <a:rect l="l" t="t" r="r" b="b"/>
              <a:pathLst>
                <a:path w="1352" h="3194" extrusionOk="0">
                  <a:moveTo>
                    <a:pt x="986" y="0"/>
                  </a:moveTo>
                  <a:cubicBezTo>
                    <a:pt x="851" y="0"/>
                    <a:pt x="724" y="101"/>
                    <a:pt x="682" y="236"/>
                  </a:cubicBezTo>
                  <a:lnTo>
                    <a:pt x="41" y="2795"/>
                  </a:lnTo>
                  <a:cubicBezTo>
                    <a:pt x="1" y="2968"/>
                    <a:pt x="102" y="3141"/>
                    <a:pt x="275" y="3181"/>
                  </a:cubicBezTo>
                  <a:cubicBezTo>
                    <a:pt x="304" y="3189"/>
                    <a:pt x="332" y="3193"/>
                    <a:pt x="360" y="3193"/>
                  </a:cubicBezTo>
                  <a:cubicBezTo>
                    <a:pt x="501" y="3193"/>
                    <a:pt x="627" y="3092"/>
                    <a:pt x="661" y="2947"/>
                  </a:cubicBezTo>
                  <a:lnTo>
                    <a:pt x="1301" y="399"/>
                  </a:lnTo>
                  <a:cubicBezTo>
                    <a:pt x="1352" y="226"/>
                    <a:pt x="1240" y="54"/>
                    <a:pt x="1067" y="13"/>
                  </a:cubicBezTo>
                  <a:cubicBezTo>
                    <a:pt x="1040" y="4"/>
                    <a:pt x="1013" y="0"/>
                    <a:pt x="9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97;p49">
              <a:extLst>
                <a:ext uri="{FF2B5EF4-FFF2-40B4-BE49-F238E27FC236}">
                  <a16:creationId xmlns:a16="http://schemas.microsoft.com/office/drawing/2014/main" id="{99A6C349-EAEB-9AC8-625B-5253DE9213E4}"/>
                </a:ext>
              </a:extLst>
            </p:cNvPr>
            <p:cNvSpPr/>
            <p:nvPr/>
          </p:nvSpPr>
          <p:spPr>
            <a:xfrm>
              <a:off x="6067845" y="2023183"/>
              <a:ext cx="385344" cy="203112"/>
            </a:xfrm>
            <a:custGeom>
              <a:avLst/>
              <a:gdLst/>
              <a:ahLst/>
              <a:cxnLst/>
              <a:rect l="l" t="t" r="r" b="b"/>
              <a:pathLst>
                <a:path w="10907" h="5749" extrusionOk="0">
                  <a:moveTo>
                    <a:pt x="10267" y="1280"/>
                  </a:moveTo>
                  <a:lnTo>
                    <a:pt x="10267" y="4469"/>
                  </a:lnTo>
                  <a:lnTo>
                    <a:pt x="7038" y="4469"/>
                  </a:lnTo>
                  <a:lnTo>
                    <a:pt x="7038" y="1280"/>
                  </a:lnTo>
                  <a:close/>
                  <a:moveTo>
                    <a:pt x="6398" y="641"/>
                  </a:moveTo>
                  <a:lnTo>
                    <a:pt x="6398" y="5109"/>
                  </a:lnTo>
                  <a:lnTo>
                    <a:pt x="966" y="5109"/>
                  </a:lnTo>
                  <a:cubicBezTo>
                    <a:pt x="783" y="5109"/>
                    <a:pt x="641" y="4967"/>
                    <a:pt x="641" y="4794"/>
                  </a:cubicBezTo>
                  <a:lnTo>
                    <a:pt x="641" y="955"/>
                  </a:lnTo>
                  <a:cubicBezTo>
                    <a:pt x="641" y="783"/>
                    <a:pt x="783" y="641"/>
                    <a:pt x="966" y="641"/>
                  </a:cubicBezTo>
                  <a:close/>
                  <a:moveTo>
                    <a:pt x="966" y="1"/>
                  </a:moveTo>
                  <a:cubicBezTo>
                    <a:pt x="438" y="1"/>
                    <a:pt x="1" y="427"/>
                    <a:pt x="1" y="955"/>
                  </a:cubicBezTo>
                  <a:lnTo>
                    <a:pt x="1" y="4794"/>
                  </a:lnTo>
                  <a:cubicBezTo>
                    <a:pt x="1" y="5322"/>
                    <a:pt x="438" y="5748"/>
                    <a:pt x="966" y="5748"/>
                  </a:cubicBezTo>
                  <a:lnTo>
                    <a:pt x="6713" y="5748"/>
                  </a:lnTo>
                  <a:cubicBezTo>
                    <a:pt x="6885" y="5748"/>
                    <a:pt x="7038" y="5606"/>
                    <a:pt x="7038" y="5434"/>
                  </a:cubicBezTo>
                  <a:lnTo>
                    <a:pt x="7038" y="5109"/>
                  </a:lnTo>
                  <a:lnTo>
                    <a:pt x="10592" y="5109"/>
                  </a:lnTo>
                  <a:cubicBezTo>
                    <a:pt x="10764" y="5109"/>
                    <a:pt x="10907" y="4967"/>
                    <a:pt x="10907" y="4794"/>
                  </a:cubicBezTo>
                  <a:lnTo>
                    <a:pt x="10907" y="955"/>
                  </a:lnTo>
                  <a:cubicBezTo>
                    <a:pt x="10907" y="783"/>
                    <a:pt x="10764" y="641"/>
                    <a:pt x="10592" y="641"/>
                  </a:cubicBezTo>
                  <a:lnTo>
                    <a:pt x="7038" y="641"/>
                  </a:lnTo>
                  <a:lnTo>
                    <a:pt x="7038" y="316"/>
                  </a:lnTo>
                  <a:cubicBezTo>
                    <a:pt x="7038" y="143"/>
                    <a:pt x="6885" y="1"/>
                    <a:pt x="67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98;p49">
              <a:extLst>
                <a:ext uri="{FF2B5EF4-FFF2-40B4-BE49-F238E27FC236}">
                  <a16:creationId xmlns:a16="http://schemas.microsoft.com/office/drawing/2014/main" id="{2B8D5034-86D9-EB00-180E-96362B26F23F}"/>
                </a:ext>
              </a:extLst>
            </p:cNvPr>
            <p:cNvSpPr/>
            <p:nvPr/>
          </p:nvSpPr>
          <p:spPr>
            <a:xfrm>
              <a:off x="6363134" y="2091017"/>
              <a:ext cx="44869" cy="22293"/>
            </a:xfrm>
            <a:custGeom>
              <a:avLst/>
              <a:gdLst/>
              <a:ahLst/>
              <a:cxnLst/>
              <a:rect l="l" t="t" r="r" b="b"/>
              <a:pathLst>
                <a:path w="1270" h="631" extrusionOk="0">
                  <a:moveTo>
                    <a:pt x="315" y="1"/>
                  </a:moveTo>
                  <a:cubicBezTo>
                    <a:pt x="142" y="1"/>
                    <a:pt x="0" y="143"/>
                    <a:pt x="0" y="315"/>
                  </a:cubicBezTo>
                  <a:cubicBezTo>
                    <a:pt x="0" y="488"/>
                    <a:pt x="142" y="630"/>
                    <a:pt x="315" y="630"/>
                  </a:cubicBezTo>
                  <a:lnTo>
                    <a:pt x="955" y="630"/>
                  </a:lnTo>
                  <a:cubicBezTo>
                    <a:pt x="1127" y="630"/>
                    <a:pt x="1269" y="488"/>
                    <a:pt x="1269" y="315"/>
                  </a:cubicBezTo>
                  <a:cubicBezTo>
                    <a:pt x="1269" y="143"/>
                    <a:pt x="1127" y="1"/>
                    <a:pt x="9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99;p49">
              <a:extLst>
                <a:ext uri="{FF2B5EF4-FFF2-40B4-BE49-F238E27FC236}">
                  <a16:creationId xmlns:a16="http://schemas.microsoft.com/office/drawing/2014/main" id="{CA625452-10DE-C36D-3C08-81D5D76DE8E3}"/>
                </a:ext>
              </a:extLst>
            </p:cNvPr>
            <p:cNvSpPr/>
            <p:nvPr/>
          </p:nvSpPr>
          <p:spPr>
            <a:xfrm>
              <a:off x="6363134" y="2135851"/>
              <a:ext cx="44869" cy="22647"/>
            </a:xfrm>
            <a:custGeom>
              <a:avLst/>
              <a:gdLst/>
              <a:ahLst/>
              <a:cxnLst/>
              <a:rect l="l" t="t" r="r" b="b"/>
              <a:pathLst>
                <a:path w="1270" h="641" extrusionOk="0">
                  <a:moveTo>
                    <a:pt x="315" y="0"/>
                  </a:moveTo>
                  <a:cubicBezTo>
                    <a:pt x="142" y="0"/>
                    <a:pt x="0" y="143"/>
                    <a:pt x="0" y="325"/>
                  </a:cubicBezTo>
                  <a:cubicBezTo>
                    <a:pt x="0" y="498"/>
                    <a:pt x="142" y="641"/>
                    <a:pt x="315" y="641"/>
                  </a:cubicBezTo>
                  <a:lnTo>
                    <a:pt x="955" y="641"/>
                  </a:lnTo>
                  <a:cubicBezTo>
                    <a:pt x="1127" y="641"/>
                    <a:pt x="1269" y="498"/>
                    <a:pt x="1269" y="325"/>
                  </a:cubicBezTo>
                  <a:cubicBezTo>
                    <a:pt x="1269" y="143"/>
                    <a:pt x="1127" y="0"/>
                    <a:pt x="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2"/>
          <p:cNvSpPr txBox="1">
            <a:spLocks noGrp="1"/>
          </p:cNvSpPr>
          <p:nvPr>
            <p:ph type="title"/>
          </p:nvPr>
        </p:nvSpPr>
        <p:spPr>
          <a:xfrm>
            <a:off x="719700" y="98790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63" name="Google Shape;563;p32"/>
          <p:cNvSpPr txBox="1">
            <a:spLocks noGrp="1"/>
          </p:cNvSpPr>
          <p:nvPr>
            <p:ph type="subTitle" idx="1"/>
          </p:nvPr>
        </p:nvSpPr>
        <p:spPr>
          <a:xfrm>
            <a:off x="1758900" y="1526700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Used AI for debugging</a:t>
            </a:r>
            <a:endParaRPr dirty="0"/>
          </a:p>
        </p:txBody>
      </p:sp>
      <p:sp>
        <p:nvSpPr>
          <p:cNvPr id="565" name="Google Shape;565;p32"/>
          <p:cNvSpPr txBox="1">
            <a:spLocks noGrp="1"/>
          </p:cNvSpPr>
          <p:nvPr>
            <p:ph type="subTitle" idx="3"/>
          </p:nvPr>
        </p:nvSpPr>
        <p:spPr>
          <a:xfrm>
            <a:off x="5695500" y="1526700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Improving documentation</a:t>
            </a:r>
            <a:endParaRPr dirty="0"/>
          </a:p>
        </p:txBody>
      </p:sp>
      <p:sp>
        <p:nvSpPr>
          <p:cNvPr id="567" name="Google Shape;567;p32"/>
          <p:cNvSpPr txBox="1">
            <a:spLocks noGrp="1"/>
          </p:cNvSpPr>
          <p:nvPr>
            <p:ph type="title" idx="5"/>
          </p:nvPr>
        </p:nvSpPr>
        <p:spPr>
          <a:xfrm>
            <a:off x="4656300" y="98790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68" name="Google Shape;568;p32"/>
          <p:cNvSpPr txBox="1">
            <a:spLocks noGrp="1"/>
          </p:cNvSpPr>
          <p:nvPr>
            <p:ph type="subTitle" idx="6"/>
          </p:nvPr>
        </p:nvSpPr>
        <p:spPr>
          <a:xfrm>
            <a:off x="1758900" y="2876550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Understanding requirements</a:t>
            </a:r>
            <a:endParaRPr dirty="0"/>
          </a:p>
        </p:txBody>
      </p:sp>
      <p:sp>
        <p:nvSpPr>
          <p:cNvPr id="570" name="Google Shape;570;p32"/>
          <p:cNvSpPr txBox="1">
            <a:spLocks noGrp="1"/>
          </p:cNvSpPr>
          <p:nvPr>
            <p:ph type="title" idx="8"/>
          </p:nvPr>
        </p:nvSpPr>
        <p:spPr>
          <a:xfrm>
            <a:off x="719700" y="233775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9"/>
          </p:nvPr>
        </p:nvSpPr>
        <p:spPr>
          <a:xfrm>
            <a:off x="5695500" y="2876550"/>
            <a:ext cx="27285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Performance suggestions</a:t>
            </a:r>
            <a:endParaRPr dirty="0"/>
          </a:p>
        </p:txBody>
      </p:sp>
      <p:sp>
        <p:nvSpPr>
          <p:cNvPr id="573" name="Google Shape;573;p32"/>
          <p:cNvSpPr txBox="1">
            <a:spLocks noGrp="1"/>
          </p:cNvSpPr>
          <p:nvPr>
            <p:ph type="title" idx="14"/>
          </p:nvPr>
        </p:nvSpPr>
        <p:spPr>
          <a:xfrm>
            <a:off x="4656300" y="233775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74" name="Google Shape;574;p32"/>
          <p:cNvSpPr txBox="1">
            <a:spLocks noGrp="1"/>
          </p:cNvSpPr>
          <p:nvPr>
            <p:ph type="title" idx="15"/>
          </p:nvPr>
        </p:nvSpPr>
        <p:spPr>
          <a:xfrm>
            <a:off x="1464050" y="445025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AI Usage </a:t>
            </a:r>
            <a:r>
              <a:rPr lang="en-US" dirty="0">
                <a:solidFill>
                  <a:schemeClr val="tx2"/>
                </a:solidFill>
              </a:rPr>
              <a:t>Summary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575" name="Google Shape;575;p32"/>
          <p:cNvSpPr txBox="1"/>
          <p:nvPr/>
        </p:nvSpPr>
        <p:spPr>
          <a:xfrm>
            <a:off x="77748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&gt;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576" name="Google Shape;576;p32"/>
          <p:cNvSpPr txBox="1"/>
          <p:nvPr/>
        </p:nvSpPr>
        <p:spPr>
          <a:xfrm>
            <a:off x="7200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&lt;</a:t>
            </a: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12" name="Google Shape;571;p32">
            <a:extLst>
              <a:ext uri="{FF2B5EF4-FFF2-40B4-BE49-F238E27FC236}">
                <a16:creationId xmlns:a16="http://schemas.microsoft.com/office/drawing/2014/main" id="{30B24C17-62DA-7841-DAF8-72E5DF568548}"/>
              </a:ext>
            </a:extLst>
          </p:cNvPr>
          <p:cNvSpPr txBox="1">
            <a:spLocks/>
          </p:cNvSpPr>
          <p:nvPr/>
        </p:nvSpPr>
        <p:spPr>
          <a:xfrm>
            <a:off x="1793970" y="4140025"/>
            <a:ext cx="27285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pPr marL="0" indent="0"/>
            <a:r>
              <a:rPr lang="en-US" dirty="0"/>
              <a:t>Animation and API troubleshooting</a:t>
            </a:r>
          </a:p>
        </p:txBody>
      </p:sp>
      <p:sp>
        <p:nvSpPr>
          <p:cNvPr id="13" name="Google Shape;573;p32">
            <a:extLst>
              <a:ext uri="{FF2B5EF4-FFF2-40B4-BE49-F238E27FC236}">
                <a16:creationId xmlns:a16="http://schemas.microsoft.com/office/drawing/2014/main" id="{B0199F28-260B-2F10-77FB-9786D8A783FE}"/>
              </a:ext>
            </a:extLst>
          </p:cNvPr>
          <p:cNvSpPr txBox="1">
            <a:spLocks/>
          </p:cNvSpPr>
          <p:nvPr/>
        </p:nvSpPr>
        <p:spPr>
          <a:xfrm>
            <a:off x="754770" y="3601225"/>
            <a:ext cx="10389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59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r>
              <a:rPr lang="en" dirty="0"/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4"/>
          <p:cNvSpPr txBox="1">
            <a:spLocks noGrp="1"/>
          </p:cNvSpPr>
          <p:nvPr>
            <p:ph type="title"/>
          </p:nvPr>
        </p:nvSpPr>
        <p:spPr>
          <a:xfrm>
            <a:off x="460103" y="675292"/>
            <a:ext cx="35991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Most Challenging </a:t>
            </a:r>
            <a:r>
              <a:rPr lang="en-US" dirty="0">
                <a:solidFill>
                  <a:schemeClr val="tx2"/>
                </a:solidFill>
              </a:rPr>
              <a:t>Aspects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594" name="Google Shape;594;p34"/>
          <p:cNvSpPr txBox="1">
            <a:spLocks noGrp="1"/>
          </p:cNvSpPr>
          <p:nvPr>
            <p:ph type="subTitle" idx="3"/>
          </p:nvPr>
        </p:nvSpPr>
        <p:spPr>
          <a:xfrm>
            <a:off x="761456" y="2053305"/>
            <a:ext cx="3311888" cy="948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Applying fade-in animations to dynamically created GitHub repo cards</a:t>
            </a:r>
            <a:endParaRPr dirty="0"/>
          </a:p>
        </p:txBody>
      </p:sp>
      <p:sp>
        <p:nvSpPr>
          <p:cNvPr id="595" name="Google Shape;595;p34"/>
          <p:cNvSpPr txBox="1">
            <a:spLocks noGrp="1"/>
          </p:cNvSpPr>
          <p:nvPr>
            <p:ph type="subTitle" idx="4"/>
          </p:nvPr>
        </p:nvSpPr>
        <p:spPr>
          <a:xfrm>
            <a:off x="727867" y="3022933"/>
            <a:ext cx="3379066" cy="12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Handling API responses without delays</a:t>
            </a:r>
            <a:endParaRPr dirty="0"/>
          </a:p>
        </p:txBody>
      </p:sp>
      <p:sp>
        <p:nvSpPr>
          <p:cNvPr id="597" name="Google Shape;597;p34"/>
          <p:cNvSpPr txBox="1">
            <a:spLocks noGrp="1"/>
          </p:cNvSpPr>
          <p:nvPr>
            <p:ph type="subTitle" idx="6"/>
          </p:nvPr>
        </p:nvSpPr>
        <p:spPr>
          <a:xfrm>
            <a:off x="727867" y="3967902"/>
            <a:ext cx="3546487" cy="12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Managing theme state and </a:t>
            </a:r>
            <a:r>
              <a:rPr lang="en-US" dirty="0" err="1"/>
              <a:t>localStorage</a:t>
            </a:r>
            <a:r>
              <a:rPr lang="en-US" dirty="0"/>
              <a:t> across page reloads</a:t>
            </a:r>
            <a:endParaRPr dirty="0"/>
          </a:p>
        </p:txBody>
      </p:sp>
      <p:sp>
        <p:nvSpPr>
          <p:cNvPr id="618" name="Google Shape;618;p34"/>
          <p:cNvSpPr/>
          <p:nvPr/>
        </p:nvSpPr>
        <p:spPr>
          <a:xfrm>
            <a:off x="460103" y="2299865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619" name="Google Shape;619;p34"/>
          <p:cNvSpPr/>
          <p:nvPr/>
        </p:nvSpPr>
        <p:spPr>
          <a:xfrm flipH="1">
            <a:off x="4274354" y="2285652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620" name="Google Shape;620;p34"/>
          <p:cNvSpPr/>
          <p:nvPr/>
        </p:nvSpPr>
        <p:spPr>
          <a:xfrm>
            <a:off x="489552" y="3275349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621" name="Google Shape;621;p34"/>
          <p:cNvSpPr/>
          <p:nvPr/>
        </p:nvSpPr>
        <p:spPr>
          <a:xfrm flipH="1">
            <a:off x="4301651" y="3275349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622" name="Google Shape;622;p34"/>
          <p:cNvSpPr/>
          <p:nvPr/>
        </p:nvSpPr>
        <p:spPr>
          <a:xfrm>
            <a:off x="522978" y="4250833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623" name="Google Shape;623;p34"/>
          <p:cNvSpPr/>
          <p:nvPr/>
        </p:nvSpPr>
        <p:spPr>
          <a:xfrm flipH="1">
            <a:off x="4274354" y="4220318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16" name="Google Shape;618;p34">
            <a:extLst>
              <a:ext uri="{FF2B5EF4-FFF2-40B4-BE49-F238E27FC236}">
                <a16:creationId xmlns:a16="http://schemas.microsoft.com/office/drawing/2014/main" id="{0FC0564C-8B4A-22F4-2896-CE64F446A1EB}"/>
              </a:ext>
            </a:extLst>
          </p:cNvPr>
          <p:cNvSpPr/>
          <p:nvPr/>
        </p:nvSpPr>
        <p:spPr>
          <a:xfrm>
            <a:off x="4672624" y="2281686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17" name="Google Shape;619;p34">
            <a:extLst>
              <a:ext uri="{FF2B5EF4-FFF2-40B4-BE49-F238E27FC236}">
                <a16:creationId xmlns:a16="http://schemas.microsoft.com/office/drawing/2014/main" id="{3E132086-12E7-5AA4-477D-57FAB2237C56}"/>
              </a:ext>
            </a:extLst>
          </p:cNvPr>
          <p:cNvSpPr/>
          <p:nvPr/>
        </p:nvSpPr>
        <p:spPr>
          <a:xfrm flipH="1">
            <a:off x="8486875" y="2267473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18" name="Google Shape;620;p34">
            <a:extLst>
              <a:ext uri="{FF2B5EF4-FFF2-40B4-BE49-F238E27FC236}">
                <a16:creationId xmlns:a16="http://schemas.microsoft.com/office/drawing/2014/main" id="{BDFEFA28-362C-B44F-7FCB-D62F1BBFE018}"/>
              </a:ext>
            </a:extLst>
          </p:cNvPr>
          <p:cNvSpPr/>
          <p:nvPr/>
        </p:nvSpPr>
        <p:spPr>
          <a:xfrm>
            <a:off x="4702073" y="3257170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19" name="Google Shape;621;p34">
            <a:extLst>
              <a:ext uri="{FF2B5EF4-FFF2-40B4-BE49-F238E27FC236}">
                <a16:creationId xmlns:a16="http://schemas.microsoft.com/office/drawing/2014/main" id="{3D9E19C4-CA71-9730-3CDD-1FC5F92EF6EE}"/>
              </a:ext>
            </a:extLst>
          </p:cNvPr>
          <p:cNvSpPr/>
          <p:nvPr/>
        </p:nvSpPr>
        <p:spPr>
          <a:xfrm flipH="1">
            <a:off x="8514172" y="3257170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20" name="Google Shape;622;p34">
            <a:extLst>
              <a:ext uri="{FF2B5EF4-FFF2-40B4-BE49-F238E27FC236}">
                <a16:creationId xmlns:a16="http://schemas.microsoft.com/office/drawing/2014/main" id="{ECEA3CBD-5516-1A72-2EC5-7CD3903A5D65}"/>
              </a:ext>
            </a:extLst>
          </p:cNvPr>
          <p:cNvSpPr/>
          <p:nvPr/>
        </p:nvSpPr>
        <p:spPr>
          <a:xfrm>
            <a:off x="4735499" y="4232654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21" name="Google Shape;623;p34">
            <a:extLst>
              <a:ext uri="{FF2B5EF4-FFF2-40B4-BE49-F238E27FC236}">
                <a16:creationId xmlns:a16="http://schemas.microsoft.com/office/drawing/2014/main" id="{0C50CD33-04A5-9AB4-F2CC-5AD991C0B3CC}"/>
              </a:ext>
            </a:extLst>
          </p:cNvPr>
          <p:cNvSpPr/>
          <p:nvPr/>
        </p:nvSpPr>
        <p:spPr>
          <a:xfrm flipH="1">
            <a:off x="8486875" y="4202139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26" name="Google Shape;591;p34">
            <a:extLst>
              <a:ext uri="{FF2B5EF4-FFF2-40B4-BE49-F238E27FC236}">
                <a16:creationId xmlns:a16="http://schemas.microsoft.com/office/drawing/2014/main" id="{07C043F0-36D3-6B59-0407-214433C98F60}"/>
              </a:ext>
            </a:extLst>
          </p:cNvPr>
          <p:cNvSpPr txBox="1">
            <a:spLocks/>
          </p:cNvSpPr>
          <p:nvPr/>
        </p:nvSpPr>
        <p:spPr>
          <a:xfrm>
            <a:off x="4846229" y="648048"/>
            <a:ext cx="359919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r>
              <a:rPr lang="en-US" dirty="0"/>
              <a:t>Innovative Solutions </a:t>
            </a:r>
            <a:r>
              <a:rPr lang="en-US" dirty="0">
                <a:solidFill>
                  <a:schemeClr val="tx2"/>
                </a:solidFill>
              </a:rPr>
              <a:t>Implemented</a:t>
            </a:r>
          </a:p>
        </p:txBody>
      </p:sp>
      <p:sp>
        <p:nvSpPr>
          <p:cNvPr id="27" name="Google Shape;594;p34">
            <a:extLst>
              <a:ext uri="{FF2B5EF4-FFF2-40B4-BE49-F238E27FC236}">
                <a16:creationId xmlns:a16="http://schemas.microsoft.com/office/drawing/2014/main" id="{6D8D6202-3C07-7447-0B5E-19618605EC4A}"/>
              </a:ext>
            </a:extLst>
          </p:cNvPr>
          <p:cNvSpPr txBox="1">
            <a:spLocks/>
          </p:cNvSpPr>
          <p:nvPr/>
        </p:nvSpPr>
        <p:spPr>
          <a:xfrm>
            <a:off x="5016231" y="2070463"/>
            <a:ext cx="3311888" cy="94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9pPr>
          </a:lstStyle>
          <a:p>
            <a:pPr marL="0" indent="0"/>
            <a:r>
              <a:rPr lang="en-US" dirty="0"/>
              <a:t>Re-initializing </a:t>
            </a:r>
            <a:r>
              <a:rPr lang="en-US" dirty="0" err="1"/>
              <a:t>IntersectionObserver</a:t>
            </a:r>
            <a:r>
              <a:rPr lang="en-US" dirty="0"/>
              <a:t> after API fetch</a:t>
            </a:r>
          </a:p>
        </p:txBody>
      </p:sp>
      <p:sp>
        <p:nvSpPr>
          <p:cNvPr id="28" name="Google Shape;595;p34">
            <a:extLst>
              <a:ext uri="{FF2B5EF4-FFF2-40B4-BE49-F238E27FC236}">
                <a16:creationId xmlns:a16="http://schemas.microsoft.com/office/drawing/2014/main" id="{1640B1BA-AE3F-FCB9-7E30-5947E76843A1}"/>
              </a:ext>
            </a:extLst>
          </p:cNvPr>
          <p:cNvSpPr txBox="1">
            <a:spLocks/>
          </p:cNvSpPr>
          <p:nvPr/>
        </p:nvSpPr>
        <p:spPr>
          <a:xfrm>
            <a:off x="5016231" y="2981202"/>
            <a:ext cx="3379066" cy="12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9pPr>
          </a:lstStyle>
          <a:p>
            <a:pPr marL="0" indent="0"/>
            <a:r>
              <a:rPr lang="en-US" dirty="0"/>
              <a:t>Merging two duplicate GitHub API calls into one optimized request</a:t>
            </a:r>
          </a:p>
        </p:txBody>
      </p:sp>
      <p:sp>
        <p:nvSpPr>
          <p:cNvPr id="29" name="Google Shape;597;p34">
            <a:extLst>
              <a:ext uri="{FF2B5EF4-FFF2-40B4-BE49-F238E27FC236}">
                <a16:creationId xmlns:a16="http://schemas.microsoft.com/office/drawing/2014/main" id="{F7236173-933D-5A27-5E30-39C53C92D7AB}"/>
              </a:ext>
            </a:extLst>
          </p:cNvPr>
          <p:cNvSpPr txBox="1">
            <a:spLocks/>
          </p:cNvSpPr>
          <p:nvPr/>
        </p:nvSpPr>
        <p:spPr>
          <a:xfrm>
            <a:off x="4898932" y="3939359"/>
            <a:ext cx="3546487" cy="12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consolata Medium"/>
              <a:buNone/>
              <a:defRPr sz="1600" b="0" i="0" u="none" strike="noStrike" cap="none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defRPr>
            </a:lvl9pPr>
          </a:lstStyle>
          <a:p>
            <a:pPr marL="0" indent="0"/>
            <a:r>
              <a:rPr lang="en-US" dirty="0"/>
              <a:t>Improving structure by separating JS functions (cleaner architecture)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6"/>
          <p:cNvSpPr/>
          <p:nvPr/>
        </p:nvSpPr>
        <p:spPr>
          <a:xfrm>
            <a:off x="1406400" y="2570988"/>
            <a:ext cx="684000" cy="684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6"/>
          <p:cNvSpPr txBox="1">
            <a:spLocks noGrp="1"/>
          </p:cNvSpPr>
          <p:nvPr>
            <p:ph type="title"/>
          </p:nvPr>
        </p:nvSpPr>
        <p:spPr>
          <a:xfrm>
            <a:off x="1464000" y="367038"/>
            <a:ext cx="621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Lessons </a:t>
            </a:r>
            <a:r>
              <a:rPr lang="en-US" sz="4000" dirty="0">
                <a:solidFill>
                  <a:schemeClr val="tx2"/>
                </a:solidFill>
              </a:rPr>
              <a:t>Learned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660" name="Google Shape;660;p36"/>
          <p:cNvSpPr txBox="1">
            <a:spLocks noGrp="1"/>
          </p:cNvSpPr>
          <p:nvPr>
            <p:ph type="body" idx="1"/>
          </p:nvPr>
        </p:nvSpPr>
        <p:spPr>
          <a:xfrm>
            <a:off x="2352626" y="1213029"/>
            <a:ext cx="6491225" cy="23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2800" dirty="0"/>
              <a:t>How to debug dynamic content timing issues</a:t>
            </a: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2800" dirty="0"/>
              <a:t>How to optimize JavaScript for real-time UI updates</a:t>
            </a: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2800" dirty="0"/>
              <a:t>How to apply animations to both static &amp; dynamic elements</a:t>
            </a:r>
          </a:p>
        </p:txBody>
      </p:sp>
      <p:sp>
        <p:nvSpPr>
          <p:cNvPr id="661" name="Google Shape;661;p36"/>
          <p:cNvSpPr txBox="1"/>
          <p:nvPr/>
        </p:nvSpPr>
        <p:spPr>
          <a:xfrm>
            <a:off x="77748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&gt;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662" name="Google Shape;662;p36"/>
          <p:cNvSpPr txBox="1"/>
          <p:nvPr/>
        </p:nvSpPr>
        <p:spPr>
          <a:xfrm>
            <a:off x="7200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&lt;</a:t>
            </a: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grpSp>
        <p:nvGrpSpPr>
          <p:cNvPr id="663" name="Google Shape;663;p36"/>
          <p:cNvGrpSpPr/>
          <p:nvPr/>
        </p:nvGrpSpPr>
        <p:grpSpPr>
          <a:xfrm>
            <a:off x="1544801" y="2720308"/>
            <a:ext cx="385344" cy="385344"/>
            <a:chOff x="4717101" y="1160033"/>
            <a:chExt cx="385344" cy="385344"/>
          </a:xfrm>
        </p:grpSpPr>
        <p:sp>
          <p:nvSpPr>
            <p:cNvPr id="664" name="Google Shape;664;p36"/>
            <p:cNvSpPr/>
            <p:nvPr/>
          </p:nvSpPr>
          <p:spPr>
            <a:xfrm>
              <a:off x="4875698" y="1409711"/>
              <a:ext cx="47378" cy="67834"/>
            </a:xfrm>
            <a:custGeom>
              <a:avLst/>
              <a:gdLst/>
              <a:ahLst/>
              <a:cxnLst/>
              <a:rect l="l" t="t" r="r" b="b"/>
              <a:pathLst>
                <a:path w="1341" h="1920" extrusionOk="0">
                  <a:moveTo>
                    <a:pt x="985" y="1"/>
                  </a:moveTo>
                  <a:cubicBezTo>
                    <a:pt x="904" y="1"/>
                    <a:pt x="822" y="31"/>
                    <a:pt x="761" y="92"/>
                  </a:cubicBezTo>
                  <a:lnTo>
                    <a:pt x="122" y="732"/>
                  </a:lnTo>
                  <a:cubicBezTo>
                    <a:pt x="0" y="854"/>
                    <a:pt x="0" y="1057"/>
                    <a:pt x="122" y="1189"/>
                  </a:cubicBezTo>
                  <a:lnTo>
                    <a:pt x="761" y="1828"/>
                  </a:lnTo>
                  <a:cubicBezTo>
                    <a:pt x="822" y="1889"/>
                    <a:pt x="904" y="1920"/>
                    <a:pt x="985" y="1920"/>
                  </a:cubicBezTo>
                  <a:cubicBezTo>
                    <a:pt x="1066" y="1920"/>
                    <a:pt x="1147" y="1889"/>
                    <a:pt x="1208" y="1828"/>
                  </a:cubicBezTo>
                  <a:cubicBezTo>
                    <a:pt x="1341" y="1697"/>
                    <a:pt x="1341" y="1494"/>
                    <a:pt x="1208" y="1372"/>
                  </a:cubicBezTo>
                  <a:lnTo>
                    <a:pt x="802" y="955"/>
                  </a:lnTo>
                  <a:lnTo>
                    <a:pt x="1208" y="549"/>
                  </a:lnTo>
                  <a:cubicBezTo>
                    <a:pt x="1341" y="417"/>
                    <a:pt x="1341" y="224"/>
                    <a:pt x="1208" y="92"/>
                  </a:cubicBezTo>
                  <a:cubicBezTo>
                    <a:pt x="1147" y="31"/>
                    <a:pt x="1066" y="1"/>
                    <a:pt x="9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4988331" y="1409711"/>
              <a:ext cx="47413" cy="67834"/>
            </a:xfrm>
            <a:custGeom>
              <a:avLst/>
              <a:gdLst/>
              <a:ahLst/>
              <a:cxnLst/>
              <a:rect l="l" t="t" r="r" b="b"/>
              <a:pathLst>
                <a:path w="1342" h="1920" extrusionOk="0">
                  <a:moveTo>
                    <a:pt x="355" y="1"/>
                  </a:moveTo>
                  <a:cubicBezTo>
                    <a:pt x="272" y="1"/>
                    <a:pt x="188" y="31"/>
                    <a:pt x="123" y="92"/>
                  </a:cubicBezTo>
                  <a:cubicBezTo>
                    <a:pt x="1" y="224"/>
                    <a:pt x="1" y="417"/>
                    <a:pt x="123" y="549"/>
                  </a:cubicBezTo>
                  <a:lnTo>
                    <a:pt x="539" y="955"/>
                  </a:lnTo>
                  <a:lnTo>
                    <a:pt x="123" y="1372"/>
                  </a:lnTo>
                  <a:cubicBezTo>
                    <a:pt x="1" y="1494"/>
                    <a:pt x="1" y="1697"/>
                    <a:pt x="123" y="1828"/>
                  </a:cubicBezTo>
                  <a:cubicBezTo>
                    <a:pt x="188" y="1889"/>
                    <a:pt x="272" y="1920"/>
                    <a:pt x="355" y="1920"/>
                  </a:cubicBezTo>
                  <a:cubicBezTo>
                    <a:pt x="437" y="1920"/>
                    <a:pt x="518" y="1889"/>
                    <a:pt x="579" y="1828"/>
                  </a:cubicBezTo>
                  <a:lnTo>
                    <a:pt x="1219" y="1189"/>
                  </a:lnTo>
                  <a:cubicBezTo>
                    <a:pt x="1341" y="1057"/>
                    <a:pt x="1341" y="854"/>
                    <a:pt x="1219" y="732"/>
                  </a:cubicBezTo>
                  <a:lnTo>
                    <a:pt x="579" y="92"/>
                  </a:lnTo>
                  <a:cubicBezTo>
                    <a:pt x="518" y="31"/>
                    <a:pt x="437" y="1"/>
                    <a:pt x="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4932015" y="1387170"/>
              <a:ext cx="47378" cy="112950"/>
            </a:xfrm>
            <a:custGeom>
              <a:avLst/>
              <a:gdLst/>
              <a:ahLst/>
              <a:cxnLst/>
              <a:rect l="l" t="t" r="r" b="b"/>
              <a:pathLst>
                <a:path w="1341" h="3197" extrusionOk="0">
                  <a:moveTo>
                    <a:pt x="990" y="0"/>
                  </a:moveTo>
                  <a:cubicBezTo>
                    <a:pt x="846" y="0"/>
                    <a:pt x="716" y="96"/>
                    <a:pt x="681" y="243"/>
                  </a:cubicBezTo>
                  <a:lnTo>
                    <a:pt x="41" y="2802"/>
                  </a:lnTo>
                  <a:cubicBezTo>
                    <a:pt x="0" y="2974"/>
                    <a:pt x="102" y="3147"/>
                    <a:pt x="275" y="3188"/>
                  </a:cubicBezTo>
                  <a:cubicBezTo>
                    <a:pt x="300" y="3194"/>
                    <a:pt x="326" y="3197"/>
                    <a:pt x="351" y="3197"/>
                  </a:cubicBezTo>
                  <a:cubicBezTo>
                    <a:pt x="495" y="3197"/>
                    <a:pt x="626" y="3101"/>
                    <a:pt x="661" y="2954"/>
                  </a:cubicBezTo>
                  <a:lnTo>
                    <a:pt x="1300" y="395"/>
                  </a:lnTo>
                  <a:cubicBezTo>
                    <a:pt x="1341" y="223"/>
                    <a:pt x="1239" y="50"/>
                    <a:pt x="1067" y="9"/>
                  </a:cubicBezTo>
                  <a:cubicBezTo>
                    <a:pt x="1041" y="3"/>
                    <a:pt x="1015" y="0"/>
                    <a:pt x="9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4717101" y="1160033"/>
              <a:ext cx="385344" cy="385344"/>
            </a:xfrm>
            <a:custGeom>
              <a:avLst/>
              <a:gdLst/>
              <a:ahLst/>
              <a:cxnLst/>
              <a:rect l="l" t="t" r="r" b="b"/>
              <a:pathLst>
                <a:path w="10907" h="10907" extrusionOk="0">
                  <a:moveTo>
                    <a:pt x="6428" y="640"/>
                  </a:moveTo>
                  <a:lnTo>
                    <a:pt x="6428" y="1270"/>
                  </a:lnTo>
                  <a:lnTo>
                    <a:pt x="640" y="1270"/>
                  </a:lnTo>
                  <a:lnTo>
                    <a:pt x="640" y="640"/>
                  </a:lnTo>
                  <a:close/>
                  <a:moveTo>
                    <a:pt x="7708" y="640"/>
                  </a:moveTo>
                  <a:lnTo>
                    <a:pt x="7708" y="1270"/>
                  </a:lnTo>
                  <a:lnTo>
                    <a:pt x="7069" y="1270"/>
                  </a:lnTo>
                  <a:lnTo>
                    <a:pt x="7069" y="640"/>
                  </a:lnTo>
                  <a:close/>
                  <a:moveTo>
                    <a:pt x="8987" y="4509"/>
                  </a:moveTo>
                  <a:lnTo>
                    <a:pt x="8987" y="5149"/>
                  </a:lnTo>
                  <a:lnTo>
                    <a:pt x="3240" y="5149"/>
                  </a:lnTo>
                  <a:lnTo>
                    <a:pt x="3240" y="4509"/>
                  </a:lnTo>
                  <a:close/>
                  <a:moveTo>
                    <a:pt x="10267" y="4509"/>
                  </a:moveTo>
                  <a:lnTo>
                    <a:pt x="10267" y="5149"/>
                  </a:lnTo>
                  <a:lnTo>
                    <a:pt x="9628" y="5149"/>
                  </a:lnTo>
                  <a:lnTo>
                    <a:pt x="9628" y="4509"/>
                  </a:lnTo>
                  <a:close/>
                  <a:moveTo>
                    <a:pt x="7708" y="1909"/>
                  </a:moveTo>
                  <a:lnTo>
                    <a:pt x="7708" y="3869"/>
                  </a:lnTo>
                  <a:lnTo>
                    <a:pt x="2915" y="3869"/>
                  </a:lnTo>
                  <a:cubicBezTo>
                    <a:pt x="2743" y="3869"/>
                    <a:pt x="2601" y="4011"/>
                    <a:pt x="2601" y="4194"/>
                  </a:cubicBezTo>
                  <a:lnTo>
                    <a:pt x="2601" y="6428"/>
                  </a:lnTo>
                  <a:lnTo>
                    <a:pt x="640" y="6428"/>
                  </a:lnTo>
                  <a:lnTo>
                    <a:pt x="640" y="1909"/>
                  </a:lnTo>
                  <a:close/>
                  <a:moveTo>
                    <a:pt x="10267" y="5788"/>
                  </a:moveTo>
                  <a:lnTo>
                    <a:pt x="10267" y="10267"/>
                  </a:lnTo>
                  <a:lnTo>
                    <a:pt x="3240" y="10267"/>
                  </a:lnTo>
                  <a:lnTo>
                    <a:pt x="3240" y="5788"/>
                  </a:lnTo>
                  <a:close/>
                  <a:moveTo>
                    <a:pt x="315" y="0"/>
                  </a:moveTo>
                  <a:cubicBezTo>
                    <a:pt x="143" y="0"/>
                    <a:pt x="1" y="142"/>
                    <a:pt x="1" y="315"/>
                  </a:cubicBezTo>
                  <a:lnTo>
                    <a:pt x="1" y="6753"/>
                  </a:lnTo>
                  <a:cubicBezTo>
                    <a:pt x="1" y="6925"/>
                    <a:pt x="143" y="7068"/>
                    <a:pt x="315" y="7068"/>
                  </a:cubicBezTo>
                  <a:lnTo>
                    <a:pt x="2601" y="7068"/>
                  </a:lnTo>
                  <a:lnTo>
                    <a:pt x="2601" y="10581"/>
                  </a:lnTo>
                  <a:cubicBezTo>
                    <a:pt x="2601" y="10764"/>
                    <a:pt x="2743" y="10906"/>
                    <a:pt x="2915" y="10906"/>
                  </a:cubicBezTo>
                  <a:lnTo>
                    <a:pt x="10582" y="10906"/>
                  </a:lnTo>
                  <a:cubicBezTo>
                    <a:pt x="10765" y="10906"/>
                    <a:pt x="10907" y="10764"/>
                    <a:pt x="10907" y="10581"/>
                  </a:cubicBezTo>
                  <a:lnTo>
                    <a:pt x="10907" y="4194"/>
                  </a:lnTo>
                  <a:cubicBezTo>
                    <a:pt x="10907" y="4011"/>
                    <a:pt x="10765" y="3869"/>
                    <a:pt x="10582" y="3869"/>
                  </a:cubicBezTo>
                  <a:lnTo>
                    <a:pt x="8348" y="3869"/>
                  </a:lnTo>
                  <a:lnTo>
                    <a:pt x="8348" y="315"/>
                  </a:lnTo>
                  <a:cubicBezTo>
                    <a:pt x="8348" y="142"/>
                    <a:pt x="8206" y="0"/>
                    <a:pt x="80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36"/>
          <p:cNvSpPr/>
          <p:nvPr/>
        </p:nvSpPr>
        <p:spPr>
          <a:xfrm>
            <a:off x="1154927" y="2804288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sp>
        <p:nvSpPr>
          <p:cNvPr id="669" name="Google Shape;669;p36"/>
          <p:cNvSpPr/>
          <p:nvPr/>
        </p:nvSpPr>
        <p:spPr>
          <a:xfrm flipH="1">
            <a:off x="2123002" y="2804288"/>
            <a:ext cx="197022" cy="2173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dk1"/>
                </a:solidFill>
                <a:latin typeface="Blinker"/>
              </a:rPr>
              <a:t>&lt;</a:t>
            </a:r>
          </a:p>
        </p:txBody>
      </p:sp>
      <p:cxnSp>
        <p:nvCxnSpPr>
          <p:cNvPr id="670" name="Google Shape;670;p36"/>
          <p:cNvCxnSpPr>
            <a:stCxn id="658" idx="4"/>
          </p:cNvCxnSpPr>
          <p:nvPr/>
        </p:nvCxnSpPr>
        <p:spPr>
          <a:xfrm>
            <a:off x="1748400" y="3254988"/>
            <a:ext cx="0" cy="191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1" name="Google Shape;671;p36"/>
          <p:cNvCxnSpPr/>
          <p:nvPr/>
        </p:nvCxnSpPr>
        <p:spPr>
          <a:xfrm>
            <a:off x="84048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2" name="Google Shape;672;p36"/>
          <p:cNvCxnSpPr/>
          <p:nvPr/>
        </p:nvCxnSpPr>
        <p:spPr>
          <a:xfrm>
            <a:off x="100" y="797792"/>
            <a:ext cx="739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>
          <a:extLst>
            <a:ext uri="{FF2B5EF4-FFF2-40B4-BE49-F238E27FC236}">
              <a16:creationId xmlns:a16="http://schemas.microsoft.com/office/drawing/2014/main" id="{01DB1F6B-E6AB-9AB6-FC57-3966C2876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2">
            <a:extLst>
              <a:ext uri="{FF2B5EF4-FFF2-40B4-BE49-F238E27FC236}">
                <a16:creationId xmlns:a16="http://schemas.microsoft.com/office/drawing/2014/main" id="{7601B3F2-A516-1E22-04DF-ACEF5A74EE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4770" y="1195063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63" name="Google Shape;563;p32">
            <a:extLst>
              <a:ext uri="{FF2B5EF4-FFF2-40B4-BE49-F238E27FC236}">
                <a16:creationId xmlns:a16="http://schemas.microsoft.com/office/drawing/2014/main" id="{2554C318-65BF-D560-ABDC-4C895D89EF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93670" y="1633601"/>
            <a:ext cx="488018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Fully responsive and interactive portfolio website</a:t>
            </a:r>
            <a:endParaRPr dirty="0"/>
          </a:p>
        </p:txBody>
      </p:sp>
      <p:sp>
        <p:nvSpPr>
          <p:cNvPr id="568" name="Google Shape;568;p32">
            <a:extLst>
              <a:ext uri="{FF2B5EF4-FFF2-40B4-BE49-F238E27FC236}">
                <a16:creationId xmlns:a16="http://schemas.microsoft.com/office/drawing/2014/main" id="{3F75BAB1-D2F3-13FD-C4B5-FA8365D0944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793670" y="2683350"/>
            <a:ext cx="4680000" cy="5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Dynamic GitHub API integration</a:t>
            </a:r>
            <a:endParaRPr dirty="0"/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57435C70-DEDA-FA16-1134-09446E3DE755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9700" y="2337750"/>
            <a:ext cx="1038900" cy="10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5" name="Google Shape;575;p32">
            <a:extLst>
              <a:ext uri="{FF2B5EF4-FFF2-40B4-BE49-F238E27FC236}">
                <a16:creationId xmlns:a16="http://schemas.microsoft.com/office/drawing/2014/main" id="{CCD3100D-9B22-0076-A6F2-0848265448C7}"/>
              </a:ext>
            </a:extLst>
          </p:cNvPr>
          <p:cNvSpPr txBox="1"/>
          <p:nvPr/>
        </p:nvSpPr>
        <p:spPr>
          <a:xfrm>
            <a:off x="77748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&gt;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576" name="Google Shape;576;p32">
            <a:extLst>
              <a:ext uri="{FF2B5EF4-FFF2-40B4-BE49-F238E27FC236}">
                <a16:creationId xmlns:a16="http://schemas.microsoft.com/office/drawing/2014/main" id="{4E5B1ABA-3E69-B997-A83A-987D82B32934}"/>
              </a:ext>
            </a:extLst>
          </p:cNvPr>
          <p:cNvSpPr txBox="1"/>
          <p:nvPr/>
        </p:nvSpPr>
        <p:spPr>
          <a:xfrm>
            <a:off x="7200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&lt;</a:t>
            </a: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12" name="Google Shape;571;p32">
            <a:extLst>
              <a:ext uri="{FF2B5EF4-FFF2-40B4-BE49-F238E27FC236}">
                <a16:creationId xmlns:a16="http://schemas.microsoft.com/office/drawing/2014/main" id="{470CE7BC-7038-15A4-9A27-420926DF56B6}"/>
              </a:ext>
            </a:extLst>
          </p:cNvPr>
          <p:cNvSpPr txBox="1">
            <a:spLocks/>
          </p:cNvSpPr>
          <p:nvPr/>
        </p:nvSpPr>
        <p:spPr>
          <a:xfrm>
            <a:off x="1793970" y="3948437"/>
            <a:ext cx="426393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pPr marL="0" indent="0"/>
            <a:r>
              <a:rPr lang="en-US" dirty="0"/>
              <a:t>Complete documentation and AI usage report</a:t>
            </a:r>
          </a:p>
        </p:txBody>
      </p:sp>
      <p:sp>
        <p:nvSpPr>
          <p:cNvPr id="13" name="Google Shape;573;p32">
            <a:extLst>
              <a:ext uri="{FF2B5EF4-FFF2-40B4-BE49-F238E27FC236}">
                <a16:creationId xmlns:a16="http://schemas.microsoft.com/office/drawing/2014/main" id="{F7A7F382-BF8C-40A3-9D8B-4B633737B91E}"/>
              </a:ext>
            </a:extLst>
          </p:cNvPr>
          <p:cNvSpPr txBox="1">
            <a:spLocks/>
          </p:cNvSpPr>
          <p:nvPr/>
        </p:nvSpPr>
        <p:spPr>
          <a:xfrm>
            <a:off x="754770" y="3409637"/>
            <a:ext cx="10389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59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linker"/>
              <a:buNone/>
              <a:defRPr sz="4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6" name="Google Shape;574;p32">
            <a:extLst>
              <a:ext uri="{FF2B5EF4-FFF2-40B4-BE49-F238E27FC236}">
                <a16:creationId xmlns:a16="http://schemas.microsoft.com/office/drawing/2014/main" id="{081C2FD0-42A6-0DE0-795C-24E900959873}"/>
              </a:ext>
            </a:extLst>
          </p:cNvPr>
          <p:cNvSpPr txBox="1">
            <a:spLocks/>
          </p:cNvSpPr>
          <p:nvPr/>
        </p:nvSpPr>
        <p:spPr>
          <a:xfrm>
            <a:off x="1092560" y="399588"/>
            <a:ext cx="721958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linker"/>
              <a:buNone/>
              <a:defRPr sz="30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r>
              <a:rPr lang="en-US" dirty="0"/>
              <a:t>Project </a:t>
            </a:r>
            <a:r>
              <a:rPr lang="en-US" dirty="0">
                <a:solidFill>
                  <a:schemeClr val="tx2"/>
                </a:solidFill>
              </a:rPr>
              <a:t>Outcomes</a:t>
            </a:r>
            <a:r>
              <a:rPr lang="en-US" dirty="0"/>
              <a:t> 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92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>
          <a:extLst>
            <a:ext uri="{FF2B5EF4-FFF2-40B4-BE49-F238E27FC236}">
              <a16:creationId xmlns:a16="http://schemas.microsoft.com/office/drawing/2014/main" id="{E82F391A-2D76-EEB6-1847-402186E5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>
            <a:extLst>
              <a:ext uri="{FF2B5EF4-FFF2-40B4-BE49-F238E27FC236}">
                <a16:creationId xmlns:a16="http://schemas.microsoft.com/office/drawing/2014/main" id="{A977E99C-CEBD-D54D-2342-537B0E5E001D}"/>
              </a:ext>
            </a:extLst>
          </p:cNvPr>
          <p:cNvSpPr txBox="1"/>
          <p:nvPr/>
        </p:nvSpPr>
        <p:spPr>
          <a:xfrm>
            <a:off x="77748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&gt;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576" name="Google Shape;576;p32">
            <a:extLst>
              <a:ext uri="{FF2B5EF4-FFF2-40B4-BE49-F238E27FC236}">
                <a16:creationId xmlns:a16="http://schemas.microsoft.com/office/drawing/2014/main" id="{7872DC37-FEE7-5387-6C49-03C296155D0F}"/>
              </a:ext>
            </a:extLst>
          </p:cNvPr>
          <p:cNvSpPr txBox="1"/>
          <p:nvPr/>
        </p:nvSpPr>
        <p:spPr>
          <a:xfrm>
            <a:off x="720000" y="464675"/>
            <a:ext cx="6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Blinker"/>
                <a:ea typeface="Blinker"/>
                <a:cs typeface="Blinker"/>
                <a:sym typeface="Blinker"/>
              </a:rPr>
              <a:t>&lt;</a:t>
            </a:r>
            <a:r>
              <a:rPr lang="en" sz="3000" b="1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rPr>
              <a:t>//</a:t>
            </a:r>
            <a:endParaRPr sz="3000" b="1">
              <a:solidFill>
                <a:schemeClr val="lt2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2" name="Google Shape;565;p32">
            <a:extLst>
              <a:ext uri="{FF2B5EF4-FFF2-40B4-BE49-F238E27FC236}">
                <a16:creationId xmlns:a16="http://schemas.microsoft.com/office/drawing/2014/main" id="{5ED337FA-7957-0DC5-0F1C-EF67DB7D603D}"/>
              </a:ext>
            </a:extLst>
          </p:cNvPr>
          <p:cNvSpPr txBox="1">
            <a:spLocks/>
          </p:cNvSpPr>
          <p:nvPr/>
        </p:nvSpPr>
        <p:spPr>
          <a:xfrm>
            <a:off x="2361750" y="2254563"/>
            <a:ext cx="44391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pPr marL="0" indent="0"/>
            <a:r>
              <a:rPr lang="en-US" dirty="0"/>
              <a:t>Add backend (Node.js) for contact form storage</a:t>
            </a:r>
          </a:p>
        </p:txBody>
      </p:sp>
      <p:sp>
        <p:nvSpPr>
          <p:cNvPr id="3" name="Google Shape;567;p32">
            <a:extLst>
              <a:ext uri="{FF2B5EF4-FFF2-40B4-BE49-F238E27FC236}">
                <a16:creationId xmlns:a16="http://schemas.microsoft.com/office/drawing/2014/main" id="{B2958D54-1E26-14F1-7C6A-F4E3CEE2378E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357620" y="1715763"/>
            <a:ext cx="1690226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" name="Google Shape;571;p32">
            <a:extLst>
              <a:ext uri="{FF2B5EF4-FFF2-40B4-BE49-F238E27FC236}">
                <a16:creationId xmlns:a16="http://schemas.microsoft.com/office/drawing/2014/main" id="{4DF18D20-D400-CCA2-E9B3-9384ED6D5544}"/>
              </a:ext>
            </a:extLst>
          </p:cNvPr>
          <p:cNvSpPr txBox="1">
            <a:spLocks/>
          </p:cNvSpPr>
          <p:nvPr/>
        </p:nvSpPr>
        <p:spPr>
          <a:xfrm>
            <a:off x="2352450" y="3146900"/>
            <a:ext cx="44391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2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Blinker"/>
              <a:buNone/>
              <a:defRPr sz="2200" b="1" i="0" u="none" strike="noStrike" cap="none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pPr marL="0" indent="0"/>
            <a:r>
              <a:rPr lang="en-US" dirty="0"/>
              <a:t>Deploy on a custom domain</a:t>
            </a:r>
          </a:p>
        </p:txBody>
      </p:sp>
      <p:sp>
        <p:nvSpPr>
          <p:cNvPr id="5" name="Google Shape;573;p32">
            <a:extLst>
              <a:ext uri="{FF2B5EF4-FFF2-40B4-BE49-F238E27FC236}">
                <a16:creationId xmlns:a16="http://schemas.microsoft.com/office/drawing/2014/main" id="{B8540286-56E0-8D80-3485-C943685EE65A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1322550" y="2858450"/>
            <a:ext cx="1690226" cy="10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" name="Google Shape;574;p32">
            <a:extLst>
              <a:ext uri="{FF2B5EF4-FFF2-40B4-BE49-F238E27FC236}">
                <a16:creationId xmlns:a16="http://schemas.microsoft.com/office/drawing/2014/main" id="{7C0E0148-469A-5327-AA98-0C4B610ADC3B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1765300" y="484138"/>
            <a:ext cx="54288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Future </a:t>
            </a:r>
            <a:r>
              <a:rPr lang="en-US" dirty="0">
                <a:solidFill>
                  <a:schemeClr val="tx2"/>
                </a:solidFill>
              </a:rPr>
              <a:t>Improvements</a:t>
            </a:r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07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7"/>
          <p:cNvSpPr txBox="1">
            <a:spLocks noGrp="1"/>
          </p:cNvSpPr>
          <p:nvPr>
            <p:ph type="subTitle" idx="1"/>
          </p:nvPr>
        </p:nvSpPr>
        <p:spPr>
          <a:xfrm>
            <a:off x="1789338" y="3558476"/>
            <a:ext cx="55653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</a:t>
            </a:r>
            <a:r>
              <a:rPr lang="en" dirty="0"/>
              <a:t>//</a:t>
            </a:r>
            <a:r>
              <a:rPr lang="en" dirty="0">
                <a:solidFill>
                  <a:schemeClr val="dk1"/>
                </a:solidFill>
              </a:rPr>
              <a:t>Fatima </a:t>
            </a:r>
            <a:r>
              <a:rPr lang="en" dirty="0">
                <a:solidFill>
                  <a:schemeClr val="tx2"/>
                </a:solidFill>
              </a:rPr>
              <a:t>Labban</a:t>
            </a:r>
            <a:r>
              <a:rPr lang="en" dirty="0"/>
              <a:t>//</a:t>
            </a:r>
            <a:r>
              <a:rPr lang="en" dirty="0">
                <a:solidFill>
                  <a:schemeClr val="lt2"/>
                </a:solidFill>
              </a:rPr>
              <a:t>&gt;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678" name="Google Shape;678;p37"/>
          <p:cNvSpPr txBox="1">
            <a:spLocks noGrp="1"/>
          </p:cNvSpPr>
          <p:nvPr>
            <p:ph type="subTitle" idx="2"/>
          </p:nvPr>
        </p:nvSpPr>
        <p:spPr>
          <a:xfrm>
            <a:off x="1789338" y="919224"/>
            <a:ext cx="5565300" cy="206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>
                <a:solidFill>
                  <a:schemeClr val="tx2"/>
                </a:solidFill>
              </a:rPr>
              <a:t>THANK YOU</a:t>
            </a:r>
            <a:endParaRPr sz="8800" dirty="0">
              <a:solidFill>
                <a:schemeClr val="tx2"/>
              </a:solidFill>
            </a:endParaRPr>
          </a:p>
        </p:txBody>
      </p:sp>
      <p:sp>
        <p:nvSpPr>
          <p:cNvPr id="679" name="Google Shape;679;p37"/>
          <p:cNvSpPr txBox="1">
            <a:spLocks noGrp="1"/>
          </p:cNvSpPr>
          <p:nvPr>
            <p:ph type="subTitle" idx="3"/>
          </p:nvPr>
        </p:nvSpPr>
        <p:spPr>
          <a:xfrm>
            <a:off x="728400" y="631900"/>
            <a:ext cx="41622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&lt;Portfolio 2025&gt;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 Developer Portfolio by Slidesgo">
  <a:themeElements>
    <a:clrScheme name="Simple Light">
      <a:dk1>
        <a:srgbClr val="FFFFFF"/>
      </a:dk1>
      <a:lt1>
        <a:srgbClr val="022A46"/>
      </a:lt1>
      <a:dk2>
        <a:srgbClr val="72FFDD"/>
      </a:dk2>
      <a:lt2>
        <a:srgbClr val="72FFFF"/>
      </a:lt2>
      <a:accent1>
        <a:srgbClr val="0D3A5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213</Words>
  <Application>Microsoft Office PowerPoint</Application>
  <PresentationFormat>On-screen Show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Inconsolata Medium</vt:lpstr>
      <vt:lpstr>Blinker</vt:lpstr>
      <vt:lpstr>Web Developer Portfolio by Slidesgo</vt:lpstr>
      <vt:lpstr>My Personal &lt;//Portfolio//&gt;</vt:lpstr>
      <vt:lpstr>Objective</vt:lpstr>
      <vt:lpstr>01</vt:lpstr>
      <vt:lpstr>Most Challenging Aspects</vt:lpstr>
      <vt:lpstr>Lessons Learned</vt:lpstr>
      <vt:lpstr>01</vt:lpstr>
      <vt:lpstr>01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SAAD WAHAB LABAN</cp:lastModifiedBy>
  <cp:revision>2</cp:revision>
  <dcterms:modified xsi:type="dcterms:W3CDTF">2025-12-11T17:21:08Z</dcterms:modified>
</cp:coreProperties>
</file>